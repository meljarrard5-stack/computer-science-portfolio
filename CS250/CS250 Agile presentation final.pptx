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992832-15B3-451A-9F43-0881198D69F9}" type="doc">
      <dgm:prSet loTypeId="urn:microsoft.com/office/officeart/2005/8/layout/hierarchy1" loCatId="hierarchy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AFCA6C2-798E-4C6C-8586-1D9D26CDF8E7}">
      <dgm:prSet/>
      <dgm:spPr/>
      <dgm:t>
        <a:bodyPr/>
        <a:lstStyle/>
        <a:p>
          <a:r>
            <a:rPr lang="en-US"/>
            <a:t>Melanie Jarrard</a:t>
          </a:r>
        </a:p>
      </dgm:t>
    </dgm:pt>
    <dgm:pt modelId="{B757B652-6CB8-4A8C-9048-3CBA7A0CBFC9}" type="parTrans" cxnId="{0CB79D72-D920-457F-A4C6-1AD7379A1584}">
      <dgm:prSet/>
      <dgm:spPr/>
      <dgm:t>
        <a:bodyPr/>
        <a:lstStyle/>
        <a:p>
          <a:endParaRPr lang="en-US"/>
        </a:p>
      </dgm:t>
    </dgm:pt>
    <dgm:pt modelId="{3010FDF4-8F50-4835-ABB1-CB1DC20596F2}" type="sibTrans" cxnId="{0CB79D72-D920-457F-A4C6-1AD7379A1584}">
      <dgm:prSet/>
      <dgm:spPr/>
      <dgm:t>
        <a:bodyPr/>
        <a:lstStyle/>
        <a:p>
          <a:endParaRPr lang="en-US"/>
        </a:p>
      </dgm:t>
    </dgm:pt>
    <dgm:pt modelId="{5ABE3E43-DCAA-4A06-A046-196BA2D9075F}">
      <dgm:prSet/>
      <dgm:spPr/>
      <dgm:t>
        <a:bodyPr/>
        <a:lstStyle/>
        <a:p>
          <a:r>
            <a:rPr lang="en-US"/>
            <a:t>CS 250: Software Development Lifecycle</a:t>
          </a:r>
        </a:p>
      </dgm:t>
    </dgm:pt>
    <dgm:pt modelId="{EF0DC2D9-84C0-4D5A-8C70-D215085F0E1C}" type="parTrans" cxnId="{E4988F2D-33F3-4D4C-AF83-78DCC10688D5}">
      <dgm:prSet/>
      <dgm:spPr/>
      <dgm:t>
        <a:bodyPr/>
        <a:lstStyle/>
        <a:p>
          <a:endParaRPr lang="en-US"/>
        </a:p>
      </dgm:t>
    </dgm:pt>
    <dgm:pt modelId="{E42683EA-AA15-4F08-8AF2-E1101C873AC2}" type="sibTrans" cxnId="{E4988F2D-33F3-4D4C-AF83-78DCC10688D5}">
      <dgm:prSet/>
      <dgm:spPr/>
      <dgm:t>
        <a:bodyPr/>
        <a:lstStyle/>
        <a:p>
          <a:endParaRPr lang="en-US"/>
        </a:p>
      </dgm:t>
    </dgm:pt>
    <dgm:pt modelId="{3AF7222F-33D0-4B74-B19B-A065A0C28095}">
      <dgm:prSet/>
      <dgm:spPr/>
      <dgm:t>
        <a:bodyPr/>
        <a:lstStyle/>
        <a:p>
          <a:r>
            <a:rPr lang="en-US"/>
            <a:t>Southern New Hampshire University</a:t>
          </a:r>
        </a:p>
      </dgm:t>
    </dgm:pt>
    <dgm:pt modelId="{24585175-08A0-492E-9565-783FEB345793}" type="parTrans" cxnId="{973D5072-47B6-4C86-AACA-C09181A87C2F}">
      <dgm:prSet/>
      <dgm:spPr/>
      <dgm:t>
        <a:bodyPr/>
        <a:lstStyle/>
        <a:p>
          <a:endParaRPr lang="en-US"/>
        </a:p>
      </dgm:t>
    </dgm:pt>
    <dgm:pt modelId="{AFCDED68-7A40-4BF7-91F1-C973922DA32E}" type="sibTrans" cxnId="{973D5072-47B6-4C86-AACA-C09181A87C2F}">
      <dgm:prSet/>
      <dgm:spPr/>
      <dgm:t>
        <a:bodyPr/>
        <a:lstStyle/>
        <a:p>
          <a:endParaRPr lang="en-US"/>
        </a:p>
      </dgm:t>
    </dgm:pt>
    <dgm:pt modelId="{639B1EF2-A1AE-4A85-9358-E6287ACE9766}">
      <dgm:prSet/>
      <dgm:spPr/>
      <dgm:t>
        <a:bodyPr/>
        <a:lstStyle/>
        <a:p>
          <a:r>
            <a:rPr lang="en-US"/>
            <a:t>April 19, 2026</a:t>
          </a:r>
        </a:p>
      </dgm:t>
    </dgm:pt>
    <dgm:pt modelId="{9E78AD19-F27A-4B19-BFE6-05322C72E042}" type="parTrans" cxnId="{9C635BEF-8B64-4781-904B-B9EEE845FCF6}">
      <dgm:prSet/>
      <dgm:spPr/>
      <dgm:t>
        <a:bodyPr/>
        <a:lstStyle/>
        <a:p>
          <a:endParaRPr lang="en-US"/>
        </a:p>
      </dgm:t>
    </dgm:pt>
    <dgm:pt modelId="{A4338F48-23F8-4041-8898-5DD208E62371}" type="sibTrans" cxnId="{9C635BEF-8B64-4781-904B-B9EEE845FCF6}">
      <dgm:prSet/>
      <dgm:spPr/>
      <dgm:t>
        <a:bodyPr/>
        <a:lstStyle/>
        <a:p>
          <a:endParaRPr lang="en-US"/>
        </a:p>
      </dgm:t>
    </dgm:pt>
    <dgm:pt modelId="{9A108C6F-72FD-46A2-B884-6AB78050380F}" type="pres">
      <dgm:prSet presAssocID="{48992832-15B3-451A-9F43-0881198D69F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F525005-0AF0-4E67-8BD2-6833AE34F80B}" type="pres">
      <dgm:prSet presAssocID="{BAFCA6C2-798E-4C6C-8586-1D9D26CDF8E7}" presName="hierRoot1" presStyleCnt="0"/>
      <dgm:spPr/>
    </dgm:pt>
    <dgm:pt modelId="{60044B6A-1438-4079-BF64-06BD07991A9F}" type="pres">
      <dgm:prSet presAssocID="{BAFCA6C2-798E-4C6C-8586-1D9D26CDF8E7}" presName="composite" presStyleCnt="0"/>
      <dgm:spPr/>
    </dgm:pt>
    <dgm:pt modelId="{70E6D4B1-E28B-49A2-8ABC-519ED7782D6A}" type="pres">
      <dgm:prSet presAssocID="{BAFCA6C2-798E-4C6C-8586-1D9D26CDF8E7}" presName="background" presStyleLbl="node0" presStyleIdx="0" presStyleCnt="4"/>
      <dgm:spPr/>
    </dgm:pt>
    <dgm:pt modelId="{9D1D8955-BBC3-4C16-B903-F3176CE5F6D9}" type="pres">
      <dgm:prSet presAssocID="{BAFCA6C2-798E-4C6C-8586-1D9D26CDF8E7}" presName="text" presStyleLbl="fgAcc0" presStyleIdx="0" presStyleCnt="4">
        <dgm:presLayoutVars>
          <dgm:chPref val="3"/>
        </dgm:presLayoutVars>
      </dgm:prSet>
      <dgm:spPr/>
    </dgm:pt>
    <dgm:pt modelId="{3F506472-7FD1-4BF6-A087-EA0849CA4258}" type="pres">
      <dgm:prSet presAssocID="{BAFCA6C2-798E-4C6C-8586-1D9D26CDF8E7}" presName="hierChild2" presStyleCnt="0"/>
      <dgm:spPr/>
    </dgm:pt>
    <dgm:pt modelId="{40B19935-927D-4026-B136-8CC03827C642}" type="pres">
      <dgm:prSet presAssocID="{5ABE3E43-DCAA-4A06-A046-196BA2D9075F}" presName="hierRoot1" presStyleCnt="0"/>
      <dgm:spPr/>
    </dgm:pt>
    <dgm:pt modelId="{2F1454CF-BCFE-402A-AA51-DD2710A5C243}" type="pres">
      <dgm:prSet presAssocID="{5ABE3E43-DCAA-4A06-A046-196BA2D9075F}" presName="composite" presStyleCnt="0"/>
      <dgm:spPr/>
    </dgm:pt>
    <dgm:pt modelId="{5049DEFA-8F39-4512-ABE0-EF5120E3A39D}" type="pres">
      <dgm:prSet presAssocID="{5ABE3E43-DCAA-4A06-A046-196BA2D9075F}" presName="background" presStyleLbl="node0" presStyleIdx="1" presStyleCnt="4"/>
      <dgm:spPr/>
    </dgm:pt>
    <dgm:pt modelId="{30583586-8033-4D6C-9C01-87A24DCD5B28}" type="pres">
      <dgm:prSet presAssocID="{5ABE3E43-DCAA-4A06-A046-196BA2D9075F}" presName="text" presStyleLbl="fgAcc0" presStyleIdx="1" presStyleCnt="4">
        <dgm:presLayoutVars>
          <dgm:chPref val="3"/>
        </dgm:presLayoutVars>
      </dgm:prSet>
      <dgm:spPr/>
    </dgm:pt>
    <dgm:pt modelId="{612BB847-4046-4161-AE23-8BA8C1865CC4}" type="pres">
      <dgm:prSet presAssocID="{5ABE3E43-DCAA-4A06-A046-196BA2D9075F}" presName="hierChild2" presStyleCnt="0"/>
      <dgm:spPr/>
    </dgm:pt>
    <dgm:pt modelId="{3BDA2C38-559C-4C46-BE8C-308C9E84FB44}" type="pres">
      <dgm:prSet presAssocID="{3AF7222F-33D0-4B74-B19B-A065A0C28095}" presName="hierRoot1" presStyleCnt="0"/>
      <dgm:spPr/>
    </dgm:pt>
    <dgm:pt modelId="{5C9E20C8-A020-4C40-B487-29BFF197EEF9}" type="pres">
      <dgm:prSet presAssocID="{3AF7222F-33D0-4B74-B19B-A065A0C28095}" presName="composite" presStyleCnt="0"/>
      <dgm:spPr/>
    </dgm:pt>
    <dgm:pt modelId="{C1FD2CD0-9ADB-4DAF-A580-D403A6FE5277}" type="pres">
      <dgm:prSet presAssocID="{3AF7222F-33D0-4B74-B19B-A065A0C28095}" presName="background" presStyleLbl="node0" presStyleIdx="2" presStyleCnt="4"/>
      <dgm:spPr/>
    </dgm:pt>
    <dgm:pt modelId="{94F18D3C-0BB5-4701-BD12-535DC0126D6F}" type="pres">
      <dgm:prSet presAssocID="{3AF7222F-33D0-4B74-B19B-A065A0C28095}" presName="text" presStyleLbl="fgAcc0" presStyleIdx="2" presStyleCnt="4">
        <dgm:presLayoutVars>
          <dgm:chPref val="3"/>
        </dgm:presLayoutVars>
      </dgm:prSet>
      <dgm:spPr/>
    </dgm:pt>
    <dgm:pt modelId="{86384115-B527-4F54-B57C-63C183A5CADA}" type="pres">
      <dgm:prSet presAssocID="{3AF7222F-33D0-4B74-B19B-A065A0C28095}" presName="hierChild2" presStyleCnt="0"/>
      <dgm:spPr/>
    </dgm:pt>
    <dgm:pt modelId="{1B540CFB-03C0-41E8-ACF0-87B2D90218F6}" type="pres">
      <dgm:prSet presAssocID="{639B1EF2-A1AE-4A85-9358-E6287ACE9766}" presName="hierRoot1" presStyleCnt="0"/>
      <dgm:spPr/>
    </dgm:pt>
    <dgm:pt modelId="{B52014B1-6FB7-48F4-B47E-3995906A7613}" type="pres">
      <dgm:prSet presAssocID="{639B1EF2-A1AE-4A85-9358-E6287ACE9766}" presName="composite" presStyleCnt="0"/>
      <dgm:spPr/>
    </dgm:pt>
    <dgm:pt modelId="{E51E7A75-EEDD-4E3F-ACF4-B9BDEA8B738C}" type="pres">
      <dgm:prSet presAssocID="{639B1EF2-A1AE-4A85-9358-E6287ACE9766}" presName="background" presStyleLbl="node0" presStyleIdx="3" presStyleCnt="4"/>
      <dgm:spPr/>
    </dgm:pt>
    <dgm:pt modelId="{672F4036-F588-4DC7-85DC-24DF1200CFE8}" type="pres">
      <dgm:prSet presAssocID="{639B1EF2-A1AE-4A85-9358-E6287ACE9766}" presName="text" presStyleLbl="fgAcc0" presStyleIdx="3" presStyleCnt="4">
        <dgm:presLayoutVars>
          <dgm:chPref val="3"/>
        </dgm:presLayoutVars>
      </dgm:prSet>
      <dgm:spPr/>
    </dgm:pt>
    <dgm:pt modelId="{95F21609-9558-4207-8AE3-9D6034DACEC0}" type="pres">
      <dgm:prSet presAssocID="{639B1EF2-A1AE-4A85-9358-E6287ACE9766}" presName="hierChild2" presStyleCnt="0"/>
      <dgm:spPr/>
    </dgm:pt>
  </dgm:ptLst>
  <dgm:cxnLst>
    <dgm:cxn modelId="{1E22E512-5AD6-415C-B670-71C89D489265}" type="presOf" srcId="{48992832-15B3-451A-9F43-0881198D69F9}" destId="{9A108C6F-72FD-46A2-B884-6AB78050380F}" srcOrd="0" destOrd="0" presId="urn:microsoft.com/office/officeart/2005/8/layout/hierarchy1"/>
    <dgm:cxn modelId="{8D5F4B18-8749-4F83-8D39-96FC709824CF}" type="presOf" srcId="{3AF7222F-33D0-4B74-B19B-A065A0C28095}" destId="{94F18D3C-0BB5-4701-BD12-535DC0126D6F}" srcOrd="0" destOrd="0" presId="urn:microsoft.com/office/officeart/2005/8/layout/hierarchy1"/>
    <dgm:cxn modelId="{E4988F2D-33F3-4D4C-AF83-78DCC10688D5}" srcId="{48992832-15B3-451A-9F43-0881198D69F9}" destId="{5ABE3E43-DCAA-4A06-A046-196BA2D9075F}" srcOrd="1" destOrd="0" parTransId="{EF0DC2D9-84C0-4D5A-8C70-D215085F0E1C}" sibTransId="{E42683EA-AA15-4F08-8AF2-E1101C873AC2}"/>
    <dgm:cxn modelId="{0C75A860-D45F-4686-AD15-BC01666C61EC}" type="presOf" srcId="{BAFCA6C2-798E-4C6C-8586-1D9D26CDF8E7}" destId="{9D1D8955-BBC3-4C16-B903-F3176CE5F6D9}" srcOrd="0" destOrd="0" presId="urn:microsoft.com/office/officeart/2005/8/layout/hierarchy1"/>
    <dgm:cxn modelId="{973D5072-47B6-4C86-AACA-C09181A87C2F}" srcId="{48992832-15B3-451A-9F43-0881198D69F9}" destId="{3AF7222F-33D0-4B74-B19B-A065A0C28095}" srcOrd="2" destOrd="0" parTransId="{24585175-08A0-492E-9565-783FEB345793}" sibTransId="{AFCDED68-7A40-4BF7-91F1-C973922DA32E}"/>
    <dgm:cxn modelId="{0CB79D72-D920-457F-A4C6-1AD7379A1584}" srcId="{48992832-15B3-451A-9F43-0881198D69F9}" destId="{BAFCA6C2-798E-4C6C-8586-1D9D26CDF8E7}" srcOrd="0" destOrd="0" parTransId="{B757B652-6CB8-4A8C-9048-3CBA7A0CBFC9}" sibTransId="{3010FDF4-8F50-4835-ABB1-CB1DC20596F2}"/>
    <dgm:cxn modelId="{76F637C4-C92B-4EDE-97E7-002BBDA3AA56}" type="presOf" srcId="{639B1EF2-A1AE-4A85-9358-E6287ACE9766}" destId="{672F4036-F588-4DC7-85DC-24DF1200CFE8}" srcOrd="0" destOrd="0" presId="urn:microsoft.com/office/officeart/2005/8/layout/hierarchy1"/>
    <dgm:cxn modelId="{4CEA6CE1-F33F-46C8-897D-7F7887BDB2B2}" type="presOf" srcId="{5ABE3E43-DCAA-4A06-A046-196BA2D9075F}" destId="{30583586-8033-4D6C-9C01-87A24DCD5B28}" srcOrd="0" destOrd="0" presId="urn:microsoft.com/office/officeart/2005/8/layout/hierarchy1"/>
    <dgm:cxn modelId="{9C635BEF-8B64-4781-904B-B9EEE845FCF6}" srcId="{48992832-15B3-451A-9F43-0881198D69F9}" destId="{639B1EF2-A1AE-4A85-9358-E6287ACE9766}" srcOrd="3" destOrd="0" parTransId="{9E78AD19-F27A-4B19-BFE6-05322C72E042}" sibTransId="{A4338F48-23F8-4041-8898-5DD208E62371}"/>
    <dgm:cxn modelId="{4F7F11B4-38CE-45D0-B6C4-43350F2BB8D3}" type="presParOf" srcId="{9A108C6F-72FD-46A2-B884-6AB78050380F}" destId="{1F525005-0AF0-4E67-8BD2-6833AE34F80B}" srcOrd="0" destOrd="0" presId="urn:microsoft.com/office/officeart/2005/8/layout/hierarchy1"/>
    <dgm:cxn modelId="{8EAE1BE5-1FF1-4361-981B-D92A4587CD6B}" type="presParOf" srcId="{1F525005-0AF0-4E67-8BD2-6833AE34F80B}" destId="{60044B6A-1438-4079-BF64-06BD07991A9F}" srcOrd="0" destOrd="0" presId="urn:microsoft.com/office/officeart/2005/8/layout/hierarchy1"/>
    <dgm:cxn modelId="{7F0F7BE2-D165-4001-867B-23D8F45E264E}" type="presParOf" srcId="{60044B6A-1438-4079-BF64-06BD07991A9F}" destId="{70E6D4B1-E28B-49A2-8ABC-519ED7782D6A}" srcOrd="0" destOrd="0" presId="urn:microsoft.com/office/officeart/2005/8/layout/hierarchy1"/>
    <dgm:cxn modelId="{C1F9D6FC-F7E6-40E8-8F52-6AFFE443B9C7}" type="presParOf" srcId="{60044B6A-1438-4079-BF64-06BD07991A9F}" destId="{9D1D8955-BBC3-4C16-B903-F3176CE5F6D9}" srcOrd="1" destOrd="0" presId="urn:microsoft.com/office/officeart/2005/8/layout/hierarchy1"/>
    <dgm:cxn modelId="{043A56A0-6784-4344-A408-CF08A217165F}" type="presParOf" srcId="{1F525005-0AF0-4E67-8BD2-6833AE34F80B}" destId="{3F506472-7FD1-4BF6-A087-EA0849CA4258}" srcOrd="1" destOrd="0" presId="urn:microsoft.com/office/officeart/2005/8/layout/hierarchy1"/>
    <dgm:cxn modelId="{4D8BB192-7A06-4CF3-8C0F-4D4ACC37AFB4}" type="presParOf" srcId="{9A108C6F-72FD-46A2-B884-6AB78050380F}" destId="{40B19935-927D-4026-B136-8CC03827C642}" srcOrd="1" destOrd="0" presId="urn:microsoft.com/office/officeart/2005/8/layout/hierarchy1"/>
    <dgm:cxn modelId="{BC3DE90E-033A-4AED-93FF-2613BC777B88}" type="presParOf" srcId="{40B19935-927D-4026-B136-8CC03827C642}" destId="{2F1454CF-BCFE-402A-AA51-DD2710A5C243}" srcOrd="0" destOrd="0" presId="urn:microsoft.com/office/officeart/2005/8/layout/hierarchy1"/>
    <dgm:cxn modelId="{05F491F1-A929-4018-ADA7-C2D751819036}" type="presParOf" srcId="{2F1454CF-BCFE-402A-AA51-DD2710A5C243}" destId="{5049DEFA-8F39-4512-ABE0-EF5120E3A39D}" srcOrd="0" destOrd="0" presId="urn:microsoft.com/office/officeart/2005/8/layout/hierarchy1"/>
    <dgm:cxn modelId="{E647C9D2-36D2-4B46-A32A-B8656C21CAD8}" type="presParOf" srcId="{2F1454CF-BCFE-402A-AA51-DD2710A5C243}" destId="{30583586-8033-4D6C-9C01-87A24DCD5B28}" srcOrd="1" destOrd="0" presId="urn:microsoft.com/office/officeart/2005/8/layout/hierarchy1"/>
    <dgm:cxn modelId="{ECAA761B-421B-48BE-865D-8A09D17D1B89}" type="presParOf" srcId="{40B19935-927D-4026-B136-8CC03827C642}" destId="{612BB847-4046-4161-AE23-8BA8C1865CC4}" srcOrd="1" destOrd="0" presId="urn:microsoft.com/office/officeart/2005/8/layout/hierarchy1"/>
    <dgm:cxn modelId="{DA3F14A7-C9FD-4FE2-AC5A-95468EB687B7}" type="presParOf" srcId="{9A108C6F-72FD-46A2-B884-6AB78050380F}" destId="{3BDA2C38-559C-4C46-BE8C-308C9E84FB44}" srcOrd="2" destOrd="0" presId="urn:microsoft.com/office/officeart/2005/8/layout/hierarchy1"/>
    <dgm:cxn modelId="{12ADEDF6-5AA0-46A9-A169-D37BB12FA4EA}" type="presParOf" srcId="{3BDA2C38-559C-4C46-BE8C-308C9E84FB44}" destId="{5C9E20C8-A020-4C40-B487-29BFF197EEF9}" srcOrd="0" destOrd="0" presId="urn:microsoft.com/office/officeart/2005/8/layout/hierarchy1"/>
    <dgm:cxn modelId="{7AAA9D68-9AF9-4017-8475-3A61414F6CE5}" type="presParOf" srcId="{5C9E20C8-A020-4C40-B487-29BFF197EEF9}" destId="{C1FD2CD0-9ADB-4DAF-A580-D403A6FE5277}" srcOrd="0" destOrd="0" presId="urn:microsoft.com/office/officeart/2005/8/layout/hierarchy1"/>
    <dgm:cxn modelId="{70C51864-491D-4E24-9E83-00285AFCFCB2}" type="presParOf" srcId="{5C9E20C8-A020-4C40-B487-29BFF197EEF9}" destId="{94F18D3C-0BB5-4701-BD12-535DC0126D6F}" srcOrd="1" destOrd="0" presId="urn:microsoft.com/office/officeart/2005/8/layout/hierarchy1"/>
    <dgm:cxn modelId="{339D2ADE-8731-4887-A63E-BEA6B58D6A6E}" type="presParOf" srcId="{3BDA2C38-559C-4C46-BE8C-308C9E84FB44}" destId="{86384115-B527-4F54-B57C-63C183A5CADA}" srcOrd="1" destOrd="0" presId="urn:microsoft.com/office/officeart/2005/8/layout/hierarchy1"/>
    <dgm:cxn modelId="{05D2F927-CB1A-4F38-A1D6-BE8F2C2CFED1}" type="presParOf" srcId="{9A108C6F-72FD-46A2-B884-6AB78050380F}" destId="{1B540CFB-03C0-41E8-ACF0-87B2D90218F6}" srcOrd="3" destOrd="0" presId="urn:microsoft.com/office/officeart/2005/8/layout/hierarchy1"/>
    <dgm:cxn modelId="{B02A61DA-A0F6-41C6-8D98-8B8539F41BF8}" type="presParOf" srcId="{1B540CFB-03C0-41E8-ACF0-87B2D90218F6}" destId="{B52014B1-6FB7-48F4-B47E-3995906A7613}" srcOrd="0" destOrd="0" presId="urn:microsoft.com/office/officeart/2005/8/layout/hierarchy1"/>
    <dgm:cxn modelId="{FE25FAF1-0639-4C0D-BB45-89E8E5FF3DC8}" type="presParOf" srcId="{B52014B1-6FB7-48F4-B47E-3995906A7613}" destId="{E51E7A75-EEDD-4E3F-ACF4-B9BDEA8B738C}" srcOrd="0" destOrd="0" presId="urn:microsoft.com/office/officeart/2005/8/layout/hierarchy1"/>
    <dgm:cxn modelId="{442A6978-1750-445E-829B-FECC9C6B52C6}" type="presParOf" srcId="{B52014B1-6FB7-48F4-B47E-3995906A7613}" destId="{672F4036-F588-4DC7-85DC-24DF1200CFE8}" srcOrd="1" destOrd="0" presId="urn:microsoft.com/office/officeart/2005/8/layout/hierarchy1"/>
    <dgm:cxn modelId="{AB770B61-A52E-4D91-96B4-35BFB52BA8AD}" type="presParOf" srcId="{1B540CFB-03C0-41E8-ACF0-87B2D90218F6}" destId="{95F21609-9558-4207-8AE3-9D6034DACE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DA7717-A664-4C8B-B4A0-5F3EA6BFF949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46AFCF0-B99C-4C76-94CB-1484DB1EF44E}">
      <dgm:prSet/>
      <dgm:spPr/>
      <dgm:t>
        <a:bodyPr/>
        <a:lstStyle/>
        <a:p>
          <a:r>
            <a:rPr lang="en-US"/>
            <a:t>• Product Owner</a:t>
          </a:r>
        </a:p>
      </dgm:t>
    </dgm:pt>
    <dgm:pt modelId="{F4F6ABDE-8A87-46BD-9883-9711DB0A0590}" type="parTrans" cxnId="{1D7BC324-C732-4BC8-9CB7-D0103DDE782F}">
      <dgm:prSet/>
      <dgm:spPr/>
      <dgm:t>
        <a:bodyPr/>
        <a:lstStyle/>
        <a:p>
          <a:endParaRPr lang="en-US"/>
        </a:p>
      </dgm:t>
    </dgm:pt>
    <dgm:pt modelId="{81F49468-0582-41C6-BD6A-941E72655411}" type="sibTrans" cxnId="{1D7BC324-C732-4BC8-9CB7-D0103DDE782F}">
      <dgm:prSet/>
      <dgm:spPr/>
      <dgm:t>
        <a:bodyPr/>
        <a:lstStyle/>
        <a:p>
          <a:endParaRPr lang="en-US"/>
        </a:p>
      </dgm:t>
    </dgm:pt>
    <dgm:pt modelId="{68709EC4-0A06-49A9-BDFE-0EA81B9B7853}">
      <dgm:prSet/>
      <dgm:spPr/>
      <dgm:t>
        <a:bodyPr/>
        <a:lstStyle/>
        <a:p>
          <a:r>
            <a:rPr lang="en-US"/>
            <a:t>- Prioritizes backlog</a:t>
          </a:r>
        </a:p>
      </dgm:t>
    </dgm:pt>
    <dgm:pt modelId="{465A7720-895F-4481-85E1-AE8A285298E1}" type="parTrans" cxnId="{4FFAD97D-C814-4F25-826E-151E50050188}">
      <dgm:prSet/>
      <dgm:spPr/>
      <dgm:t>
        <a:bodyPr/>
        <a:lstStyle/>
        <a:p>
          <a:endParaRPr lang="en-US"/>
        </a:p>
      </dgm:t>
    </dgm:pt>
    <dgm:pt modelId="{A26010BC-1B7D-4219-AC5C-6A45EB943111}" type="sibTrans" cxnId="{4FFAD97D-C814-4F25-826E-151E50050188}">
      <dgm:prSet/>
      <dgm:spPr/>
      <dgm:t>
        <a:bodyPr/>
        <a:lstStyle/>
        <a:p>
          <a:endParaRPr lang="en-US"/>
        </a:p>
      </dgm:t>
    </dgm:pt>
    <dgm:pt modelId="{4D67B5BA-A7D4-44B8-BC1E-A44BBA636100}">
      <dgm:prSet/>
      <dgm:spPr/>
      <dgm:t>
        <a:bodyPr/>
        <a:lstStyle/>
        <a:p>
          <a:r>
            <a:rPr lang="en-US"/>
            <a:t>- Represents customer needs</a:t>
          </a:r>
        </a:p>
      </dgm:t>
    </dgm:pt>
    <dgm:pt modelId="{7295DBE3-6351-446A-A2CF-254D160228D5}" type="parTrans" cxnId="{7AC38675-E67F-44C2-98AA-289C43BD1ED1}">
      <dgm:prSet/>
      <dgm:spPr/>
      <dgm:t>
        <a:bodyPr/>
        <a:lstStyle/>
        <a:p>
          <a:endParaRPr lang="en-US"/>
        </a:p>
      </dgm:t>
    </dgm:pt>
    <dgm:pt modelId="{09B4B7C3-E76A-448C-B988-B3C8F7ECA356}" type="sibTrans" cxnId="{7AC38675-E67F-44C2-98AA-289C43BD1ED1}">
      <dgm:prSet/>
      <dgm:spPr/>
      <dgm:t>
        <a:bodyPr/>
        <a:lstStyle/>
        <a:p>
          <a:endParaRPr lang="en-US"/>
        </a:p>
      </dgm:t>
    </dgm:pt>
    <dgm:pt modelId="{9A6F47E7-4F1C-49BF-A479-6BB8D54CA456}">
      <dgm:prSet/>
      <dgm:spPr/>
      <dgm:t>
        <a:bodyPr/>
        <a:lstStyle/>
        <a:p>
          <a:r>
            <a:rPr lang="en-US"/>
            <a:t>• Scrum Master</a:t>
          </a:r>
        </a:p>
      </dgm:t>
    </dgm:pt>
    <dgm:pt modelId="{E7A245C6-FF8D-4224-AF37-247F39A565FA}" type="parTrans" cxnId="{96567D53-E232-49B8-B626-61D8DB1EA49E}">
      <dgm:prSet/>
      <dgm:spPr/>
      <dgm:t>
        <a:bodyPr/>
        <a:lstStyle/>
        <a:p>
          <a:endParaRPr lang="en-US"/>
        </a:p>
      </dgm:t>
    </dgm:pt>
    <dgm:pt modelId="{A1A615EF-1CD9-468F-837A-593F4BF8CE97}" type="sibTrans" cxnId="{96567D53-E232-49B8-B626-61D8DB1EA49E}">
      <dgm:prSet/>
      <dgm:spPr/>
      <dgm:t>
        <a:bodyPr/>
        <a:lstStyle/>
        <a:p>
          <a:endParaRPr lang="en-US"/>
        </a:p>
      </dgm:t>
    </dgm:pt>
    <dgm:pt modelId="{20D8C30A-96C9-4A21-87C6-26B60AAFD3E0}">
      <dgm:prSet/>
      <dgm:spPr/>
      <dgm:t>
        <a:bodyPr/>
        <a:lstStyle/>
        <a:p>
          <a:r>
            <a:rPr lang="en-US"/>
            <a:t>- Removes blockers</a:t>
          </a:r>
        </a:p>
      </dgm:t>
    </dgm:pt>
    <dgm:pt modelId="{1C5FD102-E160-4A0C-8C67-E9CDC31F6001}" type="parTrans" cxnId="{102F32A7-D0E5-48F1-824C-ABBAF46501A9}">
      <dgm:prSet/>
      <dgm:spPr/>
      <dgm:t>
        <a:bodyPr/>
        <a:lstStyle/>
        <a:p>
          <a:endParaRPr lang="en-US"/>
        </a:p>
      </dgm:t>
    </dgm:pt>
    <dgm:pt modelId="{1975B336-95DC-4EB5-A38A-5B7F65AC6943}" type="sibTrans" cxnId="{102F32A7-D0E5-48F1-824C-ABBAF46501A9}">
      <dgm:prSet/>
      <dgm:spPr/>
      <dgm:t>
        <a:bodyPr/>
        <a:lstStyle/>
        <a:p>
          <a:endParaRPr lang="en-US"/>
        </a:p>
      </dgm:t>
    </dgm:pt>
    <dgm:pt modelId="{AC1C2B0C-AFE6-48F8-B46D-5FEDD3866496}">
      <dgm:prSet/>
      <dgm:spPr/>
      <dgm:t>
        <a:bodyPr/>
        <a:lstStyle/>
        <a:p>
          <a:r>
            <a:rPr lang="en-US"/>
            <a:t>- Supports Agile process</a:t>
          </a:r>
        </a:p>
      </dgm:t>
    </dgm:pt>
    <dgm:pt modelId="{3B5FBFB6-F6FF-4A38-BE44-FBA12938A829}" type="parTrans" cxnId="{FFC0EDE3-4534-438A-A443-6EC1B25D04F7}">
      <dgm:prSet/>
      <dgm:spPr/>
      <dgm:t>
        <a:bodyPr/>
        <a:lstStyle/>
        <a:p>
          <a:endParaRPr lang="en-US"/>
        </a:p>
      </dgm:t>
    </dgm:pt>
    <dgm:pt modelId="{4FCF0FFA-922E-40F1-A2E8-89BAF5E267A4}" type="sibTrans" cxnId="{FFC0EDE3-4534-438A-A443-6EC1B25D04F7}">
      <dgm:prSet/>
      <dgm:spPr/>
      <dgm:t>
        <a:bodyPr/>
        <a:lstStyle/>
        <a:p>
          <a:endParaRPr lang="en-US"/>
        </a:p>
      </dgm:t>
    </dgm:pt>
    <dgm:pt modelId="{B61C0217-9FB6-412B-A34C-4152B31C3422}">
      <dgm:prSet/>
      <dgm:spPr/>
      <dgm:t>
        <a:bodyPr/>
        <a:lstStyle/>
        <a:p>
          <a:r>
            <a:rPr lang="en-US"/>
            <a:t>• Developer</a:t>
          </a:r>
        </a:p>
      </dgm:t>
    </dgm:pt>
    <dgm:pt modelId="{6233003D-5D41-47D4-9892-8C49BD55ED64}" type="parTrans" cxnId="{C95843F2-1BAA-4CC5-8B4E-C8658828E6A5}">
      <dgm:prSet/>
      <dgm:spPr/>
      <dgm:t>
        <a:bodyPr/>
        <a:lstStyle/>
        <a:p>
          <a:endParaRPr lang="en-US"/>
        </a:p>
      </dgm:t>
    </dgm:pt>
    <dgm:pt modelId="{12239C8D-6D98-4AB3-B16A-FF5746E2B523}" type="sibTrans" cxnId="{C95843F2-1BAA-4CC5-8B4E-C8658828E6A5}">
      <dgm:prSet/>
      <dgm:spPr/>
      <dgm:t>
        <a:bodyPr/>
        <a:lstStyle/>
        <a:p>
          <a:endParaRPr lang="en-US"/>
        </a:p>
      </dgm:t>
    </dgm:pt>
    <dgm:pt modelId="{5C4D9984-3514-4E32-AA9E-2DB26815532C}">
      <dgm:prSet/>
      <dgm:spPr/>
      <dgm:t>
        <a:bodyPr/>
        <a:lstStyle/>
        <a:p>
          <a:r>
            <a:rPr lang="en-US"/>
            <a:t>- Builds features</a:t>
          </a:r>
        </a:p>
      </dgm:t>
    </dgm:pt>
    <dgm:pt modelId="{1F719620-46A4-41DE-80D1-645C1124ADCF}" type="parTrans" cxnId="{374ABB3D-6083-4E30-8C99-06D94499ACA5}">
      <dgm:prSet/>
      <dgm:spPr/>
      <dgm:t>
        <a:bodyPr/>
        <a:lstStyle/>
        <a:p>
          <a:endParaRPr lang="en-US"/>
        </a:p>
      </dgm:t>
    </dgm:pt>
    <dgm:pt modelId="{F91E3EA1-4ACF-4C16-8635-0C476078DB34}" type="sibTrans" cxnId="{374ABB3D-6083-4E30-8C99-06D94499ACA5}">
      <dgm:prSet/>
      <dgm:spPr/>
      <dgm:t>
        <a:bodyPr/>
        <a:lstStyle/>
        <a:p>
          <a:endParaRPr lang="en-US"/>
        </a:p>
      </dgm:t>
    </dgm:pt>
    <dgm:pt modelId="{F0417F0B-987C-4337-9810-A7DAAB8B12A4}">
      <dgm:prSet/>
      <dgm:spPr/>
      <dgm:t>
        <a:bodyPr/>
        <a:lstStyle/>
        <a:p>
          <a:r>
            <a:rPr lang="en-US"/>
            <a:t>- Delivers software</a:t>
          </a:r>
        </a:p>
      </dgm:t>
    </dgm:pt>
    <dgm:pt modelId="{F367802F-2FE5-40D3-AA70-F7590E750C70}" type="parTrans" cxnId="{086A0F58-D032-40FC-9B7E-AB8F7EB48B86}">
      <dgm:prSet/>
      <dgm:spPr/>
      <dgm:t>
        <a:bodyPr/>
        <a:lstStyle/>
        <a:p>
          <a:endParaRPr lang="en-US"/>
        </a:p>
      </dgm:t>
    </dgm:pt>
    <dgm:pt modelId="{CC0648B8-3B62-4F99-B994-0E702983B211}" type="sibTrans" cxnId="{086A0F58-D032-40FC-9B7E-AB8F7EB48B86}">
      <dgm:prSet/>
      <dgm:spPr/>
      <dgm:t>
        <a:bodyPr/>
        <a:lstStyle/>
        <a:p>
          <a:endParaRPr lang="en-US"/>
        </a:p>
      </dgm:t>
    </dgm:pt>
    <dgm:pt modelId="{C2B2307E-1CDD-4091-9356-C59808B1AEAA}">
      <dgm:prSet/>
      <dgm:spPr/>
      <dgm:t>
        <a:bodyPr/>
        <a:lstStyle/>
        <a:p>
          <a:r>
            <a:rPr lang="en-US"/>
            <a:t>• Tester</a:t>
          </a:r>
        </a:p>
      </dgm:t>
    </dgm:pt>
    <dgm:pt modelId="{0ED6F9E2-5219-4767-B8B0-6437646B64E8}" type="parTrans" cxnId="{1A25029E-1B80-4EAE-8AF6-E28D6027A841}">
      <dgm:prSet/>
      <dgm:spPr/>
      <dgm:t>
        <a:bodyPr/>
        <a:lstStyle/>
        <a:p>
          <a:endParaRPr lang="en-US"/>
        </a:p>
      </dgm:t>
    </dgm:pt>
    <dgm:pt modelId="{D5C4DB42-AB0E-4632-B3B5-EFB14F837A50}" type="sibTrans" cxnId="{1A25029E-1B80-4EAE-8AF6-E28D6027A841}">
      <dgm:prSet/>
      <dgm:spPr/>
      <dgm:t>
        <a:bodyPr/>
        <a:lstStyle/>
        <a:p>
          <a:endParaRPr lang="en-US"/>
        </a:p>
      </dgm:t>
    </dgm:pt>
    <dgm:pt modelId="{EAE6E5DC-CEE9-4F85-927A-1D91A3148A3E}">
      <dgm:prSet/>
      <dgm:spPr/>
      <dgm:t>
        <a:bodyPr/>
        <a:lstStyle/>
        <a:p>
          <a:r>
            <a:rPr lang="en-US"/>
            <a:t>- Validates quality</a:t>
          </a:r>
        </a:p>
      </dgm:t>
    </dgm:pt>
    <dgm:pt modelId="{DC706B25-A7B5-424B-923D-462AD7CE85DB}" type="parTrans" cxnId="{BFD6A532-C47F-4E21-BAAE-2E080607411A}">
      <dgm:prSet/>
      <dgm:spPr/>
      <dgm:t>
        <a:bodyPr/>
        <a:lstStyle/>
        <a:p>
          <a:endParaRPr lang="en-US"/>
        </a:p>
      </dgm:t>
    </dgm:pt>
    <dgm:pt modelId="{BB9BA138-5D23-46A7-90E2-984748A07EA0}" type="sibTrans" cxnId="{BFD6A532-C47F-4E21-BAAE-2E080607411A}">
      <dgm:prSet/>
      <dgm:spPr/>
      <dgm:t>
        <a:bodyPr/>
        <a:lstStyle/>
        <a:p>
          <a:endParaRPr lang="en-US"/>
        </a:p>
      </dgm:t>
    </dgm:pt>
    <dgm:pt modelId="{F11E5BC7-8170-4238-A846-55BF65DA9A64}">
      <dgm:prSet/>
      <dgm:spPr/>
      <dgm:t>
        <a:bodyPr/>
        <a:lstStyle/>
        <a:p>
          <a:r>
            <a:rPr lang="en-US"/>
            <a:t>- Confirms requirements</a:t>
          </a:r>
        </a:p>
      </dgm:t>
    </dgm:pt>
    <dgm:pt modelId="{A4DF618D-889D-4885-87CE-ADEFCDA968FC}" type="parTrans" cxnId="{261DDAAB-1235-47C6-8E0D-B22917617B7A}">
      <dgm:prSet/>
      <dgm:spPr/>
      <dgm:t>
        <a:bodyPr/>
        <a:lstStyle/>
        <a:p>
          <a:endParaRPr lang="en-US"/>
        </a:p>
      </dgm:t>
    </dgm:pt>
    <dgm:pt modelId="{8567A0A9-3599-472A-B8BC-E7A86F03D911}" type="sibTrans" cxnId="{261DDAAB-1235-47C6-8E0D-B22917617B7A}">
      <dgm:prSet/>
      <dgm:spPr/>
      <dgm:t>
        <a:bodyPr/>
        <a:lstStyle/>
        <a:p>
          <a:endParaRPr lang="en-US"/>
        </a:p>
      </dgm:t>
    </dgm:pt>
    <dgm:pt modelId="{CBB9CEF8-5A49-45B3-9A9F-CD6DB4FC1143}" type="pres">
      <dgm:prSet presAssocID="{CEDA7717-A664-4C8B-B4A0-5F3EA6BFF949}" presName="Name0" presStyleCnt="0">
        <dgm:presLayoutVars>
          <dgm:dir/>
          <dgm:resizeHandles val="exact"/>
        </dgm:presLayoutVars>
      </dgm:prSet>
      <dgm:spPr/>
    </dgm:pt>
    <dgm:pt modelId="{DF2E14CD-7284-4140-AEDC-C3C70A8B339F}" type="pres">
      <dgm:prSet presAssocID="{E46AFCF0-B99C-4C76-94CB-1484DB1EF44E}" presName="node" presStyleLbl="node1" presStyleIdx="0" presStyleCnt="12">
        <dgm:presLayoutVars>
          <dgm:bulletEnabled val="1"/>
        </dgm:presLayoutVars>
      </dgm:prSet>
      <dgm:spPr/>
    </dgm:pt>
    <dgm:pt modelId="{C772A301-5A8E-4494-81F8-C3E17E782AE6}" type="pres">
      <dgm:prSet presAssocID="{81F49468-0582-41C6-BD6A-941E72655411}" presName="sibTrans" presStyleLbl="sibTrans1D1" presStyleIdx="0" presStyleCnt="11"/>
      <dgm:spPr/>
    </dgm:pt>
    <dgm:pt modelId="{0BEB1F7C-397D-48E4-B013-92F0D2C8C4F7}" type="pres">
      <dgm:prSet presAssocID="{81F49468-0582-41C6-BD6A-941E72655411}" presName="connectorText" presStyleLbl="sibTrans1D1" presStyleIdx="0" presStyleCnt="11"/>
      <dgm:spPr/>
    </dgm:pt>
    <dgm:pt modelId="{DCEFF3DC-AC9C-41D6-8AC0-8DCBDF5D1468}" type="pres">
      <dgm:prSet presAssocID="{68709EC4-0A06-49A9-BDFE-0EA81B9B7853}" presName="node" presStyleLbl="node1" presStyleIdx="1" presStyleCnt="12">
        <dgm:presLayoutVars>
          <dgm:bulletEnabled val="1"/>
        </dgm:presLayoutVars>
      </dgm:prSet>
      <dgm:spPr/>
    </dgm:pt>
    <dgm:pt modelId="{71E09411-D933-469C-BD03-13B59617DBBF}" type="pres">
      <dgm:prSet presAssocID="{A26010BC-1B7D-4219-AC5C-6A45EB943111}" presName="sibTrans" presStyleLbl="sibTrans1D1" presStyleIdx="1" presStyleCnt="11"/>
      <dgm:spPr/>
    </dgm:pt>
    <dgm:pt modelId="{1B8DCB0A-44C8-4088-8452-415A27833526}" type="pres">
      <dgm:prSet presAssocID="{A26010BC-1B7D-4219-AC5C-6A45EB943111}" presName="connectorText" presStyleLbl="sibTrans1D1" presStyleIdx="1" presStyleCnt="11"/>
      <dgm:spPr/>
    </dgm:pt>
    <dgm:pt modelId="{5C0BA5E1-FA26-4B17-B401-7A6C782DBD7F}" type="pres">
      <dgm:prSet presAssocID="{4D67B5BA-A7D4-44B8-BC1E-A44BBA636100}" presName="node" presStyleLbl="node1" presStyleIdx="2" presStyleCnt="12">
        <dgm:presLayoutVars>
          <dgm:bulletEnabled val="1"/>
        </dgm:presLayoutVars>
      </dgm:prSet>
      <dgm:spPr/>
    </dgm:pt>
    <dgm:pt modelId="{F8EB54BC-5FC5-4849-9857-01CF18A600D0}" type="pres">
      <dgm:prSet presAssocID="{09B4B7C3-E76A-448C-B988-B3C8F7ECA356}" presName="sibTrans" presStyleLbl="sibTrans1D1" presStyleIdx="2" presStyleCnt="11"/>
      <dgm:spPr/>
    </dgm:pt>
    <dgm:pt modelId="{DE43189A-5F0D-40B7-A3E9-10AFD5FAD5A1}" type="pres">
      <dgm:prSet presAssocID="{09B4B7C3-E76A-448C-B988-B3C8F7ECA356}" presName="connectorText" presStyleLbl="sibTrans1D1" presStyleIdx="2" presStyleCnt="11"/>
      <dgm:spPr/>
    </dgm:pt>
    <dgm:pt modelId="{ED6BDB65-7A5A-4682-9966-DD2DE1626723}" type="pres">
      <dgm:prSet presAssocID="{9A6F47E7-4F1C-49BF-A479-6BB8D54CA456}" presName="node" presStyleLbl="node1" presStyleIdx="3" presStyleCnt="12">
        <dgm:presLayoutVars>
          <dgm:bulletEnabled val="1"/>
        </dgm:presLayoutVars>
      </dgm:prSet>
      <dgm:spPr/>
    </dgm:pt>
    <dgm:pt modelId="{B5DAAD02-DD0A-4D44-B375-F374A1995C5C}" type="pres">
      <dgm:prSet presAssocID="{A1A615EF-1CD9-468F-837A-593F4BF8CE97}" presName="sibTrans" presStyleLbl="sibTrans1D1" presStyleIdx="3" presStyleCnt="11"/>
      <dgm:spPr/>
    </dgm:pt>
    <dgm:pt modelId="{652A758C-EBB2-46E4-B78A-F23187DBF9C3}" type="pres">
      <dgm:prSet presAssocID="{A1A615EF-1CD9-468F-837A-593F4BF8CE97}" presName="connectorText" presStyleLbl="sibTrans1D1" presStyleIdx="3" presStyleCnt="11"/>
      <dgm:spPr/>
    </dgm:pt>
    <dgm:pt modelId="{3426643C-0860-4C0C-BAE8-37F92BA500BD}" type="pres">
      <dgm:prSet presAssocID="{20D8C30A-96C9-4A21-87C6-26B60AAFD3E0}" presName="node" presStyleLbl="node1" presStyleIdx="4" presStyleCnt="12">
        <dgm:presLayoutVars>
          <dgm:bulletEnabled val="1"/>
        </dgm:presLayoutVars>
      </dgm:prSet>
      <dgm:spPr/>
    </dgm:pt>
    <dgm:pt modelId="{BB223B39-3E58-4E3F-8D94-545E87B7BBA9}" type="pres">
      <dgm:prSet presAssocID="{1975B336-95DC-4EB5-A38A-5B7F65AC6943}" presName="sibTrans" presStyleLbl="sibTrans1D1" presStyleIdx="4" presStyleCnt="11"/>
      <dgm:spPr/>
    </dgm:pt>
    <dgm:pt modelId="{8E921289-8324-4222-80AC-90D76A260F69}" type="pres">
      <dgm:prSet presAssocID="{1975B336-95DC-4EB5-A38A-5B7F65AC6943}" presName="connectorText" presStyleLbl="sibTrans1D1" presStyleIdx="4" presStyleCnt="11"/>
      <dgm:spPr/>
    </dgm:pt>
    <dgm:pt modelId="{09EE8952-AD94-41C2-823B-EBA85B1F0C2C}" type="pres">
      <dgm:prSet presAssocID="{AC1C2B0C-AFE6-48F8-B46D-5FEDD3866496}" presName="node" presStyleLbl="node1" presStyleIdx="5" presStyleCnt="12">
        <dgm:presLayoutVars>
          <dgm:bulletEnabled val="1"/>
        </dgm:presLayoutVars>
      </dgm:prSet>
      <dgm:spPr/>
    </dgm:pt>
    <dgm:pt modelId="{0C61C593-E92A-4B0B-B885-6B9184FEF486}" type="pres">
      <dgm:prSet presAssocID="{4FCF0FFA-922E-40F1-A2E8-89BAF5E267A4}" presName="sibTrans" presStyleLbl="sibTrans1D1" presStyleIdx="5" presStyleCnt="11"/>
      <dgm:spPr/>
    </dgm:pt>
    <dgm:pt modelId="{16B9DBAF-EF52-4DEA-A24F-394DEDB9DF44}" type="pres">
      <dgm:prSet presAssocID="{4FCF0FFA-922E-40F1-A2E8-89BAF5E267A4}" presName="connectorText" presStyleLbl="sibTrans1D1" presStyleIdx="5" presStyleCnt="11"/>
      <dgm:spPr/>
    </dgm:pt>
    <dgm:pt modelId="{2FD82041-4A54-4D0F-91CC-1B3733A99DBC}" type="pres">
      <dgm:prSet presAssocID="{B61C0217-9FB6-412B-A34C-4152B31C3422}" presName="node" presStyleLbl="node1" presStyleIdx="6" presStyleCnt="12">
        <dgm:presLayoutVars>
          <dgm:bulletEnabled val="1"/>
        </dgm:presLayoutVars>
      </dgm:prSet>
      <dgm:spPr/>
    </dgm:pt>
    <dgm:pt modelId="{EB54BDD8-6B06-4787-ACAD-916D482C37AE}" type="pres">
      <dgm:prSet presAssocID="{12239C8D-6D98-4AB3-B16A-FF5746E2B523}" presName="sibTrans" presStyleLbl="sibTrans1D1" presStyleIdx="6" presStyleCnt="11"/>
      <dgm:spPr/>
    </dgm:pt>
    <dgm:pt modelId="{DD7E1C5F-0A34-4E73-A3E0-CF9C7C87F07A}" type="pres">
      <dgm:prSet presAssocID="{12239C8D-6D98-4AB3-B16A-FF5746E2B523}" presName="connectorText" presStyleLbl="sibTrans1D1" presStyleIdx="6" presStyleCnt="11"/>
      <dgm:spPr/>
    </dgm:pt>
    <dgm:pt modelId="{5749A8BB-93BC-40B6-B208-96A1A19EE1FF}" type="pres">
      <dgm:prSet presAssocID="{5C4D9984-3514-4E32-AA9E-2DB26815532C}" presName="node" presStyleLbl="node1" presStyleIdx="7" presStyleCnt="12">
        <dgm:presLayoutVars>
          <dgm:bulletEnabled val="1"/>
        </dgm:presLayoutVars>
      </dgm:prSet>
      <dgm:spPr/>
    </dgm:pt>
    <dgm:pt modelId="{F82D2271-0016-4083-A42C-6BBB84BE9C2C}" type="pres">
      <dgm:prSet presAssocID="{F91E3EA1-4ACF-4C16-8635-0C476078DB34}" presName="sibTrans" presStyleLbl="sibTrans1D1" presStyleIdx="7" presStyleCnt="11"/>
      <dgm:spPr/>
    </dgm:pt>
    <dgm:pt modelId="{4F6C47A5-3491-45F5-ACAE-337FD3313606}" type="pres">
      <dgm:prSet presAssocID="{F91E3EA1-4ACF-4C16-8635-0C476078DB34}" presName="connectorText" presStyleLbl="sibTrans1D1" presStyleIdx="7" presStyleCnt="11"/>
      <dgm:spPr/>
    </dgm:pt>
    <dgm:pt modelId="{BF2841F1-DE49-40CE-97FE-64E16B479200}" type="pres">
      <dgm:prSet presAssocID="{F0417F0B-987C-4337-9810-A7DAAB8B12A4}" presName="node" presStyleLbl="node1" presStyleIdx="8" presStyleCnt="12">
        <dgm:presLayoutVars>
          <dgm:bulletEnabled val="1"/>
        </dgm:presLayoutVars>
      </dgm:prSet>
      <dgm:spPr/>
    </dgm:pt>
    <dgm:pt modelId="{D72AFA29-499E-41D0-AF48-390F346FE044}" type="pres">
      <dgm:prSet presAssocID="{CC0648B8-3B62-4F99-B994-0E702983B211}" presName="sibTrans" presStyleLbl="sibTrans1D1" presStyleIdx="8" presStyleCnt="11"/>
      <dgm:spPr/>
    </dgm:pt>
    <dgm:pt modelId="{B1688637-357F-4843-A5F9-26E4BC4D17B8}" type="pres">
      <dgm:prSet presAssocID="{CC0648B8-3B62-4F99-B994-0E702983B211}" presName="connectorText" presStyleLbl="sibTrans1D1" presStyleIdx="8" presStyleCnt="11"/>
      <dgm:spPr/>
    </dgm:pt>
    <dgm:pt modelId="{A53BAAB9-B09D-4FCE-9D19-C3DA249B5E12}" type="pres">
      <dgm:prSet presAssocID="{C2B2307E-1CDD-4091-9356-C59808B1AEAA}" presName="node" presStyleLbl="node1" presStyleIdx="9" presStyleCnt="12">
        <dgm:presLayoutVars>
          <dgm:bulletEnabled val="1"/>
        </dgm:presLayoutVars>
      </dgm:prSet>
      <dgm:spPr/>
    </dgm:pt>
    <dgm:pt modelId="{82C2973E-7391-4ADD-9363-ED7CB0ECD394}" type="pres">
      <dgm:prSet presAssocID="{D5C4DB42-AB0E-4632-B3B5-EFB14F837A50}" presName="sibTrans" presStyleLbl="sibTrans1D1" presStyleIdx="9" presStyleCnt="11"/>
      <dgm:spPr/>
    </dgm:pt>
    <dgm:pt modelId="{22D0EB0E-FBD4-477C-8ACE-6181A58E5F28}" type="pres">
      <dgm:prSet presAssocID="{D5C4DB42-AB0E-4632-B3B5-EFB14F837A50}" presName="connectorText" presStyleLbl="sibTrans1D1" presStyleIdx="9" presStyleCnt="11"/>
      <dgm:spPr/>
    </dgm:pt>
    <dgm:pt modelId="{1F006918-49BE-47DD-985C-F0D90B1F8A77}" type="pres">
      <dgm:prSet presAssocID="{EAE6E5DC-CEE9-4F85-927A-1D91A3148A3E}" presName="node" presStyleLbl="node1" presStyleIdx="10" presStyleCnt="12">
        <dgm:presLayoutVars>
          <dgm:bulletEnabled val="1"/>
        </dgm:presLayoutVars>
      </dgm:prSet>
      <dgm:spPr/>
    </dgm:pt>
    <dgm:pt modelId="{18B3B7A8-60F0-4DE4-ABAA-6F170F82C9CF}" type="pres">
      <dgm:prSet presAssocID="{BB9BA138-5D23-46A7-90E2-984748A07EA0}" presName="sibTrans" presStyleLbl="sibTrans1D1" presStyleIdx="10" presStyleCnt="11"/>
      <dgm:spPr/>
    </dgm:pt>
    <dgm:pt modelId="{894DA84F-2384-4952-98C2-7F2DDD654DE5}" type="pres">
      <dgm:prSet presAssocID="{BB9BA138-5D23-46A7-90E2-984748A07EA0}" presName="connectorText" presStyleLbl="sibTrans1D1" presStyleIdx="10" presStyleCnt="11"/>
      <dgm:spPr/>
    </dgm:pt>
    <dgm:pt modelId="{F0AE1A7A-3D42-4AA8-85BB-8D1213A6AC4B}" type="pres">
      <dgm:prSet presAssocID="{F11E5BC7-8170-4238-A846-55BF65DA9A6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27A77F0C-0F86-4DBC-8040-0A0A7991A384}" type="presOf" srcId="{CC0648B8-3B62-4F99-B994-0E702983B211}" destId="{B1688637-357F-4843-A5F9-26E4BC4D17B8}" srcOrd="1" destOrd="0" presId="urn:microsoft.com/office/officeart/2016/7/layout/RepeatingBendingProcessNew"/>
    <dgm:cxn modelId="{E6D9900D-4B65-45DB-9354-97B2C1D7CD11}" type="presOf" srcId="{81F49468-0582-41C6-BD6A-941E72655411}" destId="{C772A301-5A8E-4494-81F8-C3E17E782AE6}" srcOrd="0" destOrd="0" presId="urn:microsoft.com/office/officeart/2016/7/layout/RepeatingBendingProcessNew"/>
    <dgm:cxn modelId="{CD6E9912-71BA-4D41-9063-3184F2F81EB1}" type="presOf" srcId="{F91E3EA1-4ACF-4C16-8635-0C476078DB34}" destId="{4F6C47A5-3491-45F5-ACAE-337FD3313606}" srcOrd="1" destOrd="0" presId="urn:microsoft.com/office/officeart/2016/7/layout/RepeatingBendingProcessNew"/>
    <dgm:cxn modelId="{2D2C9821-9908-4B85-9503-AC6B12B970DD}" type="presOf" srcId="{1975B336-95DC-4EB5-A38A-5B7F65AC6943}" destId="{8E921289-8324-4222-80AC-90D76A260F69}" srcOrd="1" destOrd="0" presId="urn:microsoft.com/office/officeart/2016/7/layout/RepeatingBendingProcessNew"/>
    <dgm:cxn modelId="{1D7BC324-C732-4BC8-9CB7-D0103DDE782F}" srcId="{CEDA7717-A664-4C8B-B4A0-5F3EA6BFF949}" destId="{E46AFCF0-B99C-4C76-94CB-1484DB1EF44E}" srcOrd="0" destOrd="0" parTransId="{F4F6ABDE-8A87-46BD-9883-9711DB0A0590}" sibTransId="{81F49468-0582-41C6-BD6A-941E72655411}"/>
    <dgm:cxn modelId="{F03CA129-6CCF-47BE-B242-193CF92DDC6A}" type="presOf" srcId="{BB9BA138-5D23-46A7-90E2-984748A07EA0}" destId="{894DA84F-2384-4952-98C2-7F2DDD654DE5}" srcOrd="1" destOrd="0" presId="urn:microsoft.com/office/officeart/2016/7/layout/RepeatingBendingProcessNew"/>
    <dgm:cxn modelId="{BD98B52E-E805-4E63-AB98-FC82AFB1251F}" type="presOf" srcId="{BB9BA138-5D23-46A7-90E2-984748A07EA0}" destId="{18B3B7A8-60F0-4DE4-ABAA-6F170F82C9CF}" srcOrd="0" destOrd="0" presId="urn:microsoft.com/office/officeart/2016/7/layout/RepeatingBendingProcessNew"/>
    <dgm:cxn modelId="{85146A2F-D591-43F2-94A2-86B5B520D686}" type="presOf" srcId="{E46AFCF0-B99C-4C76-94CB-1484DB1EF44E}" destId="{DF2E14CD-7284-4140-AEDC-C3C70A8B339F}" srcOrd="0" destOrd="0" presId="urn:microsoft.com/office/officeart/2016/7/layout/RepeatingBendingProcessNew"/>
    <dgm:cxn modelId="{BFD6A532-C47F-4E21-BAAE-2E080607411A}" srcId="{CEDA7717-A664-4C8B-B4A0-5F3EA6BFF949}" destId="{EAE6E5DC-CEE9-4F85-927A-1D91A3148A3E}" srcOrd="10" destOrd="0" parTransId="{DC706B25-A7B5-424B-923D-462AD7CE85DB}" sibTransId="{BB9BA138-5D23-46A7-90E2-984748A07EA0}"/>
    <dgm:cxn modelId="{374ABB3D-6083-4E30-8C99-06D94499ACA5}" srcId="{CEDA7717-A664-4C8B-B4A0-5F3EA6BFF949}" destId="{5C4D9984-3514-4E32-AA9E-2DB26815532C}" srcOrd="7" destOrd="0" parTransId="{1F719620-46A4-41DE-80D1-645C1124ADCF}" sibTransId="{F91E3EA1-4ACF-4C16-8635-0C476078DB34}"/>
    <dgm:cxn modelId="{421CCE5B-43FA-415C-BE5B-E51E4EBEC605}" type="presOf" srcId="{D5C4DB42-AB0E-4632-B3B5-EFB14F837A50}" destId="{22D0EB0E-FBD4-477C-8ACE-6181A58E5F28}" srcOrd="1" destOrd="0" presId="urn:microsoft.com/office/officeart/2016/7/layout/RepeatingBendingProcessNew"/>
    <dgm:cxn modelId="{7682B85D-29D5-4804-9BAA-7298C329CF2C}" type="presOf" srcId="{4FCF0FFA-922E-40F1-A2E8-89BAF5E267A4}" destId="{0C61C593-E92A-4B0B-B885-6B9184FEF486}" srcOrd="0" destOrd="0" presId="urn:microsoft.com/office/officeart/2016/7/layout/RepeatingBendingProcessNew"/>
    <dgm:cxn modelId="{84945843-A34D-42C8-A299-D3728E7D71D3}" type="presOf" srcId="{20D8C30A-96C9-4A21-87C6-26B60AAFD3E0}" destId="{3426643C-0860-4C0C-BAE8-37F92BA500BD}" srcOrd="0" destOrd="0" presId="urn:microsoft.com/office/officeart/2016/7/layout/RepeatingBendingProcessNew"/>
    <dgm:cxn modelId="{ED7ECA48-0C98-4E0B-AEBA-77F4DD5AE46E}" type="presOf" srcId="{12239C8D-6D98-4AB3-B16A-FF5746E2B523}" destId="{EB54BDD8-6B06-4787-ACAD-916D482C37AE}" srcOrd="0" destOrd="0" presId="urn:microsoft.com/office/officeart/2016/7/layout/RepeatingBendingProcessNew"/>
    <dgm:cxn modelId="{3E4EEE4A-EF2B-4CEC-81DB-DAF9FE507886}" type="presOf" srcId="{5C4D9984-3514-4E32-AA9E-2DB26815532C}" destId="{5749A8BB-93BC-40B6-B208-96A1A19EE1FF}" srcOrd="0" destOrd="0" presId="urn:microsoft.com/office/officeart/2016/7/layout/RepeatingBendingProcessNew"/>
    <dgm:cxn modelId="{77A42E6D-1ED9-4134-9AD2-89C1FA6AEA8E}" type="presOf" srcId="{81F49468-0582-41C6-BD6A-941E72655411}" destId="{0BEB1F7C-397D-48E4-B013-92F0D2C8C4F7}" srcOrd="1" destOrd="0" presId="urn:microsoft.com/office/officeart/2016/7/layout/RepeatingBendingProcessNew"/>
    <dgm:cxn modelId="{A579C36E-A918-4BE1-B949-588095722F91}" type="presOf" srcId="{D5C4DB42-AB0E-4632-B3B5-EFB14F837A50}" destId="{82C2973E-7391-4ADD-9363-ED7CB0ECD394}" srcOrd="0" destOrd="0" presId="urn:microsoft.com/office/officeart/2016/7/layout/RepeatingBendingProcessNew"/>
    <dgm:cxn modelId="{04E57D70-B767-46E4-BCCD-A20BBAEE1BB0}" type="presOf" srcId="{68709EC4-0A06-49A9-BDFE-0EA81B9B7853}" destId="{DCEFF3DC-AC9C-41D6-8AC0-8DCBDF5D1468}" srcOrd="0" destOrd="0" presId="urn:microsoft.com/office/officeart/2016/7/layout/RepeatingBendingProcessNew"/>
    <dgm:cxn modelId="{81F5C970-B2E7-4A8A-8A0A-72A1BED2837A}" type="presOf" srcId="{12239C8D-6D98-4AB3-B16A-FF5746E2B523}" destId="{DD7E1C5F-0A34-4E73-A3E0-CF9C7C87F07A}" srcOrd="1" destOrd="0" presId="urn:microsoft.com/office/officeart/2016/7/layout/RepeatingBendingProcessNew"/>
    <dgm:cxn modelId="{008A5753-3FF3-4941-A115-872FB6441604}" type="presOf" srcId="{09B4B7C3-E76A-448C-B988-B3C8F7ECA356}" destId="{DE43189A-5F0D-40B7-A3E9-10AFD5FAD5A1}" srcOrd="1" destOrd="0" presId="urn:microsoft.com/office/officeart/2016/7/layout/RepeatingBendingProcessNew"/>
    <dgm:cxn modelId="{96567D53-E232-49B8-B626-61D8DB1EA49E}" srcId="{CEDA7717-A664-4C8B-B4A0-5F3EA6BFF949}" destId="{9A6F47E7-4F1C-49BF-A479-6BB8D54CA456}" srcOrd="3" destOrd="0" parTransId="{E7A245C6-FF8D-4224-AF37-247F39A565FA}" sibTransId="{A1A615EF-1CD9-468F-837A-593F4BF8CE97}"/>
    <dgm:cxn modelId="{06467D74-CBD6-47B6-B37E-4C5E64C9FB51}" type="presOf" srcId="{F11E5BC7-8170-4238-A846-55BF65DA9A64}" destId="{F0AE1A7A-3D42-4AA8-85BB-8D1213A6AC4B}" srcOrd="0" destOrd="0" presId="urn:microsoft.com/office/officeart/2016/7/layout/RepeatingBendingProcessNew"/>
    <dgm:cxn modelId="{7AC38675-E67F-44C2-98AA-289C43BD1ED1}" srcId="{CEDA7717-A664-4C8B-B4A0-5F3EA6BFF949}" destId="{4D67B5BA-A7D4-44B8-BC1E-A44BBA636100}" srcOrd="2" destOrd="0" parTransId="{7295DBE3-6351-446A-A2CF-254D160228D5}" sibTransId="{09B4B7C3-E76A-448C-B988-B3C8F7ECA356}"/>
    <dgm:cxn modelId="{A3B77876-3620-4BCF-A87B-E80A885CD2E4}" type="presOf" srcId="{A26010BC-1B7D-4219-AC5C-6A45EB943111}" destId="{71E09411-D933-469C-BD03-13B59617DBBF}" srcOrd="0" destOrd="0" presId="urn:microsoft.com/office/officeart/2016/7/layout/RepeatingBendingProcessNew"/>
    <dgm:cxn modelId="{086A0F58-D032-40FC-9B7E-AB8F7EB48B86}" srcId="{CEDA7717-A664-4C8B-B4A0-5F3EA6BFF949}" destId="{F0417F0B-987C-4337-9810-A7DAAB8B12A4}" srcOrd="8" destOrd="0" parTransId="{F367802F-2FE5-40D3-AA70-F7590E750C70}" sibTransId="{CC0648B8-3B62-4F99-B994-0E702983B211}"/>
    <dgm:cxn modelId="{4FFAD97D-C814-4F25-826E-151E50050188}" srcId="{CEDA7717-A664-4C8B-B4A0-5F3EA6BFF949}" destId="{68709EC4-0A06-49A9-BDFE-0EA81B9B7853}" srcOrd="1" destOrd="0" parTransId="{465A7720-895F-4481-85E1-AE8A285298E1}" sibTransId="{A26010BC-1B7D-4219-AC5C-6A45EB943111}"/>
    <dgm:cxn modelId="{123C1386-8824-4598-9E6D-A797409E7A5A}" type="presOf" srcId="{EAE6E5DC-CEE9-4F85-927A-1D91A3148A3E}" destId="{1F006918-49BE-47DD-985C-F0D90B1F8A77}" srcOrd="0" destOrd="0" presId="urn:microsoft.com/office/officeart/2016/7/layout/RepeatingBendingProcessNew"/>
    <dgm:cxn modelId="{E72F4287-5B49-4C6A-8BE8-4AE99AD66BFA}" type="presOf" srcId="{B61C0217-9FB6-412B-A34C-4152B31C3422}" destId="{2FD82041-4A54-4D0F-91CC-1B3733A99DBC}" srcOrd="0" destOrd="0" presId="urn:microsoft.com/office/officeart/2016/7/layout/RepeatingBendingProcessNew"/>
    <dgm:cxn modelId="{1A25029E-1B80-4EAE-8AF6-E28D6027A841}" srcId="{CEDA7717-A664-4C8B-B4A0-5F3EA6BFF949}" destId="{C2B2307E-1CDD-4091-9356-C59808B1AEAA}" srcOrd="9" destOrd="0" parTransId="{0ED6F9E2-5219-4767-B8B0-6437646B64E8}" sibTransId="{D5C4DB42-AB0E-4632-B3B5-EFB14F837A50}"/>
    <dgm:cxn modelId="{7AF493A1-F767-4544-9BCC-24F740F73C37}" type="presOf" srcId="{AC1C2B0C-AFE6-48F8-B46D-5FEDD3866496}" destId="{09EE8952-AD94-41C2-823B-EBA85B1F0C2C}" srcOrd="0" destOrd="0" presId="urn:microsoft.com/office/officeart/2016/7/layout/RepeatingBendingProcessNew"/>
    <dgm:cxn modelId="{953B25A6-E520-4688-B4DC-3064BCEF0565}" type="presOf" srcId="{F91E3EA1-4ACF-4C16-8635-0C476078DB34}" destId="{F82D2271-0016-4083-A42C-6BBB84BE9C2C}" srcOrd="0" destOrd="0" presId="urn:microsoft.com/office/officeart/2016/7/layout/RepeatingBendingProcessNew"/>
    <dgm:cxn modelId="{102F32A7-D0E5-48F1-824C-ABBAF46501A9}" srcId="{CEDA7717-A664-4C8B-B4A0-5F3EA6BFF949}" destId="{20D8C30A-96C9-4A21-87C6-26B60AAFD3E0}" srcOrd="4" destOrd="0" parTransId="{1C5FD102-E160-4A0C-8C67-E9CDC31F6001}" sibTransId="{1975B336-95DC-4EB5-A38A-5B7F65AC6943}"/>
    <dgm:cxn modelId="{948610A8-0389-4E0E-AFE2-9C99F2776EA0}" type="presOf" srcId="{09B4B7C3-E76A-448C-B988-B3C8F7ECA356}" destId="{F8EB54BC-5FC5-4849-9857-01CF18A600D0}" srcOrd="0" destOrd="0" presId="urn:microsoft.com/office/officeart/2016/7/layout/RepeatingBendingProcessNew"/>
    <dgm:cxn modelId="{261DDAAB-1235-47C6-8E0D-B22917617B7A}" srcId="{CEDA7717-A664-4C8B-B4A0-5F3EA6BFF949}" destId="{F11E5BC7-8170-4238-A846-55BF65DA9A64}" srcOrd="11" destOrd="0" parTransId="{A4DF618D-889D-4885-87CE-ADEFCDA968FC}" sibTransId="{8567A0A9-3599-472A-B8BC-E7A86F03D911}"/>
    <dgm:cxn modelId="{80A1A8B6-E7EC-4738-856A-3F9E48772A23}" type="presOf" srcId="{A1A615EF-1CD9-468F-837A-593F4BF8CE97}" destId="{652A758C-EBB2-46E4-B78A-F23187DBF9C3}" srcOrd="1" destOrd="0" presId="urn:microsoft.com/office/officeart/2016/7/layout/RepeatingBendingProcessNew"/>
    <dgm:cxn modelId="{A782C2C1-0C1D-4A8A-A0AA-8408926544AB}" type="presOf" srcId="{A1A615EF-1CD9-468F-837A-593F4BF8CE97}" destId="{B5DAAD02-DD0A-4D44-B375-F374A1995C5C}" srcOrd="0" destOrd="0" presId="urn:microsoft.com/office/officeart/2016/7/layout/RepeatingBendingProcessNew"/>
    <dgm:cxn modelId="{BA5C50D0-DB57-44CA-8691-3B05F76FFB74}" type="presOf" srcId="{A26010BC-1B7D-4219-AC5C-6A45EB943111}" destId="{1B8DCB0A-44C8-4088-8452-415A27833526}" srcOrd="1" destOrd="0" presId="urn:microsoft.com/office/officeart/2016/7/layout/RepeatingBendingProcessNew"/>
    <dgm:cxn modelId="{37619DD5-5AF1-4919-A239-659FF3B51B78}" type="presOf" srcId="{9A6F47E7-4F1C-49BF-A479-6BB8D54CA456}" destId="{ED6BDB65-7A5A-4682-9966-DD2DE1626723}" srcOrd="0" destOrd="0" presId="urn:microsoft.com/office/officeart/2016/7/layout/RepeatingBendingProcessNew"/>
    <dgm:cxn modelId="{625CC0E0-23F1-4CCF-AC6D-B7E1AF98B735}" type="presOf" srcId="{C2B2307E-1CDD-4091-9356-C59808B1AEAA}" destId="{A53BAAB9-B09D-4FCE-9D19-C3DA249B5E12}" srcOrd="0" destOrd="0" presId="urn:microsoft.com/office/officeart/2016/7/layout/RepeatingBendingProcessNew"/>
    <dgm:cxn modelId="{41FECAE1-405F-4BB2-8EA9-4ED91311A9CF}" type="presOf" srcId="{4FCF0FFA-922E-40F1-A2E8-89BAF5E267A4}" destId="{16B9DBAF-EF52-4DEA-A24F-394DEDB9DF44}" srcOrd="1" destOrd="0" presId="urn:microsoft.com/office/officeart/2016/7/layout/RepeatingBendingProcessNew"/>
    <dgm:cxn modelId="{FFC0EDE3-4534-438A-A443-6EC1B25D04F7}" srcId="{CEDA7717-A664-4C8B-B4A0-5F3EA6BFF949}" destId="{AC1C2B0C-AFE6-48F8-B46D-5FEDD3866496}" srcOrd="5" destOrd="0" parTransId="{3B5FBFB6-F6FF-4A38-BE44-FBA12938A829}" sibTransId="{4FCF0FFA-922E-40F1-A2E8-89BAF5E267A4}"/>
    <dgm:cxn modelId="{C2F6A1EC-75C5-4ACA-9038-C491F3AAD8A6}" type="presOf" srcId="{CEDA7717-A664-4C8B-B4A0-5F3EA6BFF949}" destId="{CBB9CEF8-5A49-45B3-9A9F-CD6DB4FC1143}" srcOrd="0" destOrd="0" presId="urn:microsoft.com/office/officeart/2016/7/layout/RepeatingBendingProcessNew"/>
    <dgm:cxn modelId="{D8288FEF-A490-4D1E-B7BC-E0E68F18623B}" type="presOf" srcId="{F0417F0B-987C-4337-9810-A7DAAB8B12A4}" destId="{BF2841F1-DE49-40CE-97FE-64E16B479200}" srcOrd="0" destOrd="0" presId="urn:microsoft.com/office/officeart/2016/7/layout/RepeatingBendingProcessNew"/>
    <dgm:cxn modelId="{190CABF0-508F-4222-8A80-879018E71325}" type="presOf" srcId="{4D67B5BA-A7D4-44B8-BC1E-A44BBA636100}" destId="{5C0BA5E1-FA26-4B17-B401-7A6C782DBD7F}" srcOrd="0" destOrd="0" presId="urn:microsoft.com/office/officeart/2016/7/layout/RepeatingBendingProcessNew"/>
    <dgm:cxn modelId="{C95843F2-1BAA-4CC5-8B4E-C8658828E6A5}" srcId="{CEDA7717-A664-4C8B-B4A0-5F3EA6BFF949}" destId="{B61C0217-9FB6-412B-A34C-4152B31C3422}" srcOrd="6" destOrd="0" parTransId="{6233003D-5D41-47D4-9892-8C49BD55ED64}" sibTransId="{12239C8D-6D98-4AB3-B16A-FF5746E2B523}"/>
    <dgm:cxn modelId="{435D86F2-2C91-4A63-8E08-D9B7A6AC99BD}" type="presOf" srcId="{CC0648B8-3B62-4F99-B994-0E702983B211}" destId="{D72AFA29-499E-41D0-AF48-390F346FE044}" srcOrd="0" destOrd="0" presId="urn:microsoft.com/office/officeart/2016/7/layout/RepeatingBendingProcessNew"/>
    <dgm:cxn modelId="{CF0A87F6-E766-4C92-9D15-00B15D00769A}" type="presOf" srcId="{1975B336-95DC-4EB5-A38A-5B7F65AC6943}" destId="{BB223B39-3E58-4E3F-8D94-545E87B7BBA9}" srcOrd="0" destOrd="0" presId="urn:microsoft.com/office/officeart/2016/7/layout/RepeatingBendingProcessNew"/>
    <dgm:cxn modelId="{4083922A-18ED-455F-8CEB-29D30CA9670B}" type="presParOf" srcId="{CBB9CEF8-5A49-45B3-9A9F-CD6DB4FC1143}" destId="{DF2E14CD-7284-4140-AEDC-C3C70A8B339F}" srcOrd="0" destOrd="0" presId="urn:microsoft.com/office/officeart/2016/7/layout/RepeatingBendingProcessNew"/>
    <dgm:cxn modelId="{DEAFE900-04D2-430F-BD1F-16DB1F7899DA}" type="presParOf" srcId="{CBB9CEF8-5A49-45B3-9A9F-CD6DB4FC1143}" destId="{C772A301-5A8E-4494-81F8-C3E17E782AE6}" srcOrd="1" destOrd="0" presId="urn:microsoft.com/office/officeart/2016/7/layout/RepeatingBendingProcessNew"/>
    <dgm:cxn modelId="{EE89D307-7E6E-43FF-AAD4-84EF516B06A4}" type="presParOf" srcId="{C772A301-5A8E-4494-81F8-C3E17E782AE6}" destId="{0BEB1F7C-397D-48E4-B013-92F0D2C8C4F7}" srcOrd="0" destOrd="0" presId="urn:microsoft.com/office/officeart/2016/7/layout/RepeatingBendingProcessNew"/>
    <dgm:cxn modelId="{ECD943BE-974D-4406-BC66-AB1777ADB494}" type="presParOf" srcId="{CBB9CEF8-5A49-45B3-9A9F-CD6DB4FC1143}" destId="{DCEFF3DC-AC9C-41D6-8AC0-8DCBDF5D1468}" srcOrd="2" destOrd="0" presId="urn:microsoft.com/office/officeart/2016/7/layout/RepeatingBendingProcessNew"/>
    <dgm:cxn modelId="{6A444EE2-162F-485D-AA88-B8612C1A4BE6}" type="presParOf" srcId="{CBB9CEF8-5A49-45B3-9A9F-CD6DB4FC1143}" destId="{71E09411-D933-469C-BD03-13B59617DBBF}" srcOrd="3" destOrd="0" presId="urn:microsoft.com/office/officeart/2016/7/layout/RepeatingBendingProcessNew"/>
    <dgm:cxn modelId="{1895F8CF-C3D1-4DEB-AACA-E1F5A84BF2A2}" type="presParOf" srcId="{71E09411-D933-469C-BD03-13B59617DBBF}" destId="{1B8DCB0A-44C8-4088-8452-415A27833526}" srcOrd="0" destOrd="0" presId="urn:microsoft.com/office/officeart/2016/7/layout/RepeatingBendingProcessNew"/>
    <dgm:cxn modelId="{A121FB55-CF3C-4034-871F-A965106E952F}" type="presParOf" srcId="{CBB9CEF8-5A49-45B3-9A9F-CD6DB4FC1143}" destId="{5C0BA5E1-FA26-4B17-B401-7A6C782DBD7F}" srcOrd="4" destOrd="0" presId="urn:microsoft.com/office/officeart/2016/7/layout/RepeatingBendingProcessNew"/>
    <dgm:cxn modelId="{3DA42A02-F56C-4385-A78A-BFB1A9A34391}" type="presParOf" srcId="{CBB9CEF8-5A49-45B3-9A9F-CD6DB4FC1143}" destId="{F8EB54BC-5FC5-4849-9857-01CF18A600D0}" srcOrd="5" destOrd="0" presId="urn:microsoft.com/office/officeart/2016/7/layout/RepeatingBendingProcessNew"/>
    <dgm:cxn modelId="{B6DC3F47-7EAA-4990-9197-B85A37EC7719}" type="presParOf" srcId="{F8EB54BC-5FC5-4849-9857-01CF18A600D0}" destId="{DE43189A-5F0D-40B7-A3E9-10AFD5FAD5A1}" srcOrd="0" destOrd="0" presId="urn:microsoft.com/office/officeart/2016/7/layout/RepeatingBendingProcessNew"/>
    <dgm:cxn modelId="{71CE7AC6-C934-4C71-99CD-716DE0B06C57}" type="presParOf" srcId="{CBB9CEF8-5A49-45B3-9A9F-CD6DB4FC1143}" destId="{ED6BDB65-7A5A-4682-9966-DD2DE1626723}" srcOrd="6" destOrd="0" presId="urn:microsoft.com/office/officeart/2016/7/layout/RepeatingBendingProcessNew"/>
    <dgm:cxn modelId="{03C00BB1-986F-4337-BFB8-C298FBD0819A}" type="presParOf" srcId="{CBB9CEF8-5A49-45B3-9A9F-CD6DB4FC1143}" destId="{B5DAAD02-DD0A-4D44-B375-F374A1995C5C}" srcOrd="7" destOrd="0" presId="urn:microsoft.com/office/officeart/2016/7/layout/RepeatingBendingProcessNew"/>
    <dgm:cxn modelId="{80DCBF93-441B-49E4-A3DA-D357CD63344C}" type="presParOf" srcId="{B5DAAD02-DD0A-4D44-B375-F374A1995C5C}" destId="{652A758C-EBB2-46E4-B78A-F23187DBF9C3}" srcOrd="0" destOrd="0" presId="urn:microsoft.com/office/officeart/2016/7/layout/RepeatingBendingProcessNew"/>
    <dgm:cxn modelId="{EE8FC995-66A0-414D-90CE-BF70AE5D5941}" type="presParOf" srcId="{CBB9CEF8-5A49-45B3-9A9F-CD6DB4FC1143}" destId="{3426643C-0860-4C0C-BAE8-37F92BA500BD}" srcOrd="8" destOrd="0" presId="urn:microsoft.com/office/officeart/2016/7/layout/RepeatingBendingProcessNew"/>
    <dgm:cxn modelId="{5ECD8B61-46F6-40EC-8BAA-CA94FA41A939}" type="presParOf" srcId="{CBB9CEF8-5A49-45B3-9A9F-CD6DB4FC1143}" destId="{BB223B39-3E58-4E3F-8D94-545E87B7BBA9}" srcOrd="9" destOrd="0" presId="urn:microsoft.com/office/officeart/2016/7/layout/RepeatingBendingProcessNew"/>
    <dgm:cxn modelId="{31C74DEE-08BC-490A-A7D2-9EBA993B8330}" type="presParOf" srcId="{BB223B39-3E58-4E3F-8D94-545E87B7BBA9}" destId="{8E921289-8324-4222-80AC-90D76A260F69}" srcOrd="0" destOrd="0" presId="urn:microsoft.com/office/officeart/2016/7/layout/RepeatingBendingProcessNew"/>
    <dgm:cxn modelId="{134C1CA0-853E-48E6-AC29-FC57FC95EE7A}" type="presParOf" srcId="{CBB9CEF8-5A49-45B3-9A9F-CD6DB4FC1143}" destId="{09EE8952-AD94-41C2-823B-EBA85B1F0C2C}" srcOrd="10" destOrd="0" presId="urn:microsoft.com/office/officeart/2016/7/layout/RepeatingBendingProcessNew"/>
    <dgm:cxn modelId="{E12C3458-9087-46D7-9EEC-4AB5933C9F40}" type="presParOf" srcId="{CBB9CEF8-5A49-45B3-9A9F-CD6DB4FC1143}" destId="{0C61C593-E92A-4B0B-B885-6B9184FEF486}" srcOrd="11" destOrd="0" presId="urn:microsoft.com/office/officeart/2016/7/layout/RepeatingBendingProcessNew"/>
    <dgm:cxn modelId="{0A06BC80-24C4-46C1-BBB8-E502299C2B43}" type="presParOf" srcId="{0C61C593-E92A-4B0B-B885-6B9184FEF486}" destId="{16B9DBAF-EF52-4DEA-A24F-394DEDB9DF44}" srcOrd="0" destOrd="0" presId="urn:microsoft.com/office/officeart/2016/7/layout/RepeatingBendingProcessNew"/>
    <dgm:cxn modelId="{FFE5C8C5-D1AC-416F-927E-32CB7854331D}" type="presParOf" srcId="{CBB9CEF8-5A49-45B3-9A9F-CD6DB4FC1143}" destId="{2FD82041-4A54-4D0F-91CC-1B3733A99DBC}" srcOrd="12" destOrd="0" presId="urn:microsoft.com/office/officeart/2016/7/layout/RepeatingBendingProcessNew"/>
    <dgm:cxn modelId="{B79B1AD6-B458-4EBB-B8E0-5F93AA523E0F}" type="presParOf" srcId="{CBB9CEF8-5A49-45B3-9A9F-CD6DB4FC1143}" destId="{EB54BDD8-6B06-4787-ACAD-916D482C37AE}" srcOrd="13" destOrd="0" presId="urn:microsoft.com/office/officeart/2016/7/layout/RepeatingBendingProcessNew"/>
    <dgm:cxn modelId="{E5B1DD4F-058D-4835-A36C-DE658EAD47F5}" type="presParOf" srcId="{EB54BDD8-6B06-4787-ACAD-916D482C37AE}" destId="{DD7E1C5F-0A34-4E73-A3E0-CF9C7C87F07A}" srcOrd="0" destOrd="0" presId="urn:microsoft.com/office/officeart/2016/7/layout/RepeatingBendingProcessNew"/>
    <dgm:cxn modelId="{9C8C891C-CAE1-4AB9-8EC7-80AA5BC5B9DA}" type="presParOf" srcId="{CBB9CEF8-5A49-45B3-9A9F-CD6DB4FC1143}" destId="{5749A8BB-93BC-40B6-B208-96A1A19EE1FF}" srcOrd="14" destOrd="0" presId="urn:microsoft.com/office/officeart/2016/7/layout/RepeatingBendingProcessNew"/>
    <dgm:cxn modelId="{2D6CBA3F-EA56-4ADF-920F-1B9305A39B8B}" type="presParOf" srcId="{CBB9CEF8-5A49-45B3-9A9F-CD6DB4FC1143}" destId="{F82D2271-0016-4083-A42C-6BBB84BE9C2C}" srcOrd="15" destOrd="0" presId="urn:microsoft.com/office/officeart/2016/7/layout/RepeatingBendingProcessNew"/>
    <dgm:cxn modelId="{F2940D42-F1EB-490D-B7EB-9D60FB02258B}" type="presParOf" srcId="{F82D2271-0016-4083-A42C-6BBB84BE9C2C}" destId="{4F6C47A5-3491-45F5-ACAE-337FD3313606}" srcOrd="0" destOrd="0" presId="urn:microsoft.com/office/officeart/2016/7/layout/RepeatingBendingProcessNew"/>
    <dgm:cxn modelId="{0CB1BB4D-5711-4D3A-BE13-AA7A08250C0F}" type="presParOf" srcId="{CBB9CEF8-5A49-45B3-9A9F-CD6DB4FC1143}" destId="{BF2841F1-DE49-40CE-97FE-64E16B479200}" srcOrd="16" destOrd="0" presId="urn:microsoft.com/office/officeart/2016/7/layout/RepeatingBendingProcessNew"/>
    <dgm:cxn modelId="{7AA430FC-AA76-4CE2-8B3B-EF502FF520D7}" type="presParOf" srcId="{CBB9CEF8-5A49-45B3-9A9F-CD6DB4FC1143}" destId="{D72AFA29-499E-41D0-AF48-390F346FE044}" srcOrd="17" destOrd="0" presId="urn:microsoft.com/office/officeart/2016/7/layout/RepeatingBendingProcessNew"/>
    <dgm:cxn modelId="{DBCE9226-CCA8-43C6-9112-D27E1CCCDE78}" type="presParOf" srcId="{D72AFA29-499E-41D0-AF48-390F346FE044}" destId="{B1688637-357F-4843-A5F9-26E4BC4D17B8}" srcOrd="0" destOrd="0" presId="urn:microsoft.com/office/officeart/2016/7/layout/RepeatingBendingProcessNew"/>
    <dgm:cxn modelId="{4B222749-732F-43CE-B0F5-CDBCAB680D10}" type="presParOf" srcId="{CBB9CEF8-5A49-45B3-9A9F-CD6DB4FC1143}" destId="{A53BAAB9-B09D-4FCE-9D19-C3DA249B5E12}" srcOrd="18" destOrd="0" presId="urn:microsoft.com/office/officeart/2016/7/layout/RepeatingBendingProcessNew"/>
    <dgm:cxn modelId="{5261EB5C-97E4-494D-AD9C-2C40D5293EDB}" type="presParOf" srcId="{CBB9CEF8-5A49-45B3-9A9F-CD6DB4FC1143}" destId="{82C2973E-7391-4ADD-9363-ED7CB0ECD394}" srcOrd="19" destOrd="0" presId="urn:microsoft.com/office/officeart/2016/7/layout/RepeatingBendingProcessNew"/>
    <dgm:cxn modelId="{996CC529-3F10-49D5-8BC5-5D32D5B06995}" type="presParOf" srcId="{82C2973E-7391-4ADD-9363-ED7CB0ECD394}" destId="{22D0EB0E-FBD4-477C-8ACE-6181A58E5F28}" srcOrd="0" destOrd="0" presId="urn:microsoft.com/office/officeart/2016/7/layout/RepeatingBendingProcessNew"/>
    <dgm:cxn modelId="{06999598-F013-48EA-B5EB-6DC1C4C20558}" type="presParOf" srcId="{CBB9CEF8-5A49-45B3-9A9F-CD6DB4FC1143}" destId="{1F006918-49BE-47DD-985C-F0D90B1F8A77}" srcOrd="20" destOrd="0" presId="urn:microsoft.com/office/officeart/2016/7/layout/RepeatingBendingProcessNew"/>
    <dgm:cxn modelId="{34F82CF7-2491-40CE-AE23-F95D7BF966D6}" type="presParOf" srcId="{CBB9CEF8-5A49-45B3-9A9F-CD6DB4FC1143}" destId="{18B3B7A8-60F0-4DE4-ABAA-6F170F82C9CF}" srcOrd="21" destOrd="0" presId="urn:microsoft.com/office/officeart/2016/7/layout/RepeatingBendingProcessNew"/>
    <dgm:cxn modelId="{027D857F-7F05-433C-BF16-A244CF426E26}" type="presParOf" srcId="{18B3B7A8-60F0-4DE4-ABAA-6F170F82C9CF}" destId="{894DA84F-2384-4952-98C2-7F2DDD654DE5}" srcOrd="0" destOrd="0" presId="urn:microsoft.com/office/officeart/2016/7/layout/RepeatingBendingProcessNew"/>
    <dgm:cxn modelId="{3568A01B-BCD4-477D-9D9C-6D30F686A8B5}" type="presParOf" srcId="{CBB9CEF8-5A49-45B3-9A9F-CD6DB4FC1143}" destId="{F0AE1A7A-3D42-4AA8-85BB-8D1213A6AC4B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F23E6C-FBAF-4AF0-8320-95B4AD158D4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847531E-D113-4EF6-BEFC-5B4F7437EC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Sprint Planning</a:t>
          </a:r>
        </a:p>
      </dgm:t>
    </dgm:pt>
    <dgm:pt modelId="{EB44B3F7-61DD-4796-A4B1-F48B5105C118}" type="parTrans" cxnId="{CC367806-48AD-46D6-A7A2-31D728F986E4}">
      <dgm:prSet/>
      <dgm:spPr/>
      <dgm:t>
        <a:bodyPr/>
        <a:lstStyle/>
        <a:p>
          <a:endParaRPr lang="en-US"/>
        </a:p>
      </dgm:t>
    </dgm:pt>
    <dgm:pt modelId="{CAD217FC-42DC-48E4-89CF-4F6F0F9D898F}" type="sibTrans" cxnId="{CC367806-48AD-46D6-A7A2-31D728F986E4}">
      <dgm:prSet/>
      <dgm:spPr/>
      <dgm:t>
        <a:bodyPr/>
        <a:lstStyle/>
        <a:p>
          <a:endParaRPr lang="en-US"/>
        </a:p>
      </dgm:t>
    </dgm:pt>
    <dgm:pt modelId="{61D99B21-EBD2-4593-929A-DAE85505E3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Development</a:t>
          </a:r>
        </a:p>
      </dgm:t>
    </dgm:pt>
    <dgm:pt modelId="{F6911785-00F8-4617-8CC9-BEE756EB6CE4}" type="parTrans" cxnId="{7FDAD74A-FC90-403A-8E9F-B969822705BD}">
      <dgm:prSet/>
      <dgm:spPr/>
      <dgm:t>
        <a:bodyPr/>
        <a:lstStyle/>
        <a:p>
          <a:endParaRPr lang="en-US"/>
        </a:p>
      </dgm:t>
    </dgm:pt>
    <dgm:pt modelId="{DFB0AD07-682B-4ADC-8981-38E43B908BC1}" type="sibTrans" cxnId="{7FDAD74A-FC90-403A-8E9F-B969822705BD}">
      <dgm:prSet/>
      <dgm:spPr/>
      <dgm:t>
        <a:bodyPr/>
        <a:lstStyle/>
        <a:p>
          <a:endParaRPr lang="en-US"/>
        </a:p>
      </dgm:t>
    </dgm:pt>
    <dgm:pt modelId="{455FEFB7-A370-4BB6-BDB5-522920167BD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Testing</a:t>
          </a:r>
        </a:p>
      </dgm:t>
    </dgm:pt>
    <dgm:pt modelId="{E51626D0-BAFD-4DA0-84A6-2C12F661E148}" type="parTrans" cxnId="{DA517DAE-6986-4C6B-919C-FFDFD21C9CD8}">
      <dgm:prSet/>
      <dgm:spPr/>
      <dgm:t>
        <a:bodyPr/>
        <a:lstStyle/>
        <a:p>
          <a:endParaRPr lang="en-US"/>
        </a:p>
      </dgm:t>
    </dgm:pt>
    <dgm:pt modelId="{B6EBF56E-D6A1-4F68-8179-BC241D80C7BB}" type="sibTrans" cxnId="{DA517DAE-6986-4C6B-919C-FFDFD21C9CD8}">
      <dgm:prSet/>
      <dgm:spPr/>
      <dgm:t>
        <a:bodyPr/>
        <a:lstStyle/>
        <a:p>
          <a:endParaRPr lang="en-US"/>
        </a:p>
      </dgm:t>
    </dgm:pt>
    <dgm:pt modelId="{F89371E4-04A4-4EF9-9F17-773DCB1673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Sprint Review</a:t>
          </a:r>
        </a:p>
      </dgm:t>
    </dgm:pt>
    <dgm:pt modelId="{E3794705-6F25-4A43-B441-8301124BB514}" type="parTrans" cxnId="{D6307CDD-1E7C-4634-ADFB-ED58E6E06898}">
      <dgm:prSet/>
      <dgm:spPr/>
      <dgm:t>
        <a:bodyPr/>
        <a:lstStyle/>
        <a:p>
          <a:endParaRPr lang="en-US"/>
        </a:p>
      </dgm:t>
    </dgm:pt>
    <dgm:pt modelId="{D664190C-9A11-4A4B-9866-0446F440AB77}" type="sibTrans" cxnId="{D6307CDD-1E7C-4634-ADFB-ED58E6E06898}">
      <dgm:prSet/>
      <dgm:spPr/>
      <dgm:t>
        <a:bodyPr/>
        <a:lstStyle/>
        <a:p>
          <a:endParaRPr lang="en-US"/>
        </a:p>
      </dgm:t>
    </dgm:pt>
    <dgm:pt modelId="{26BAB1D1-9CFA-40EA-8ED0-3C86F6339D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Retrospective</a:t>
          </a:r>
        </a:p>
      </dgm:t>
    </dgm:pt>
    <dgm:pt modelId="{0D30054B-866B-4777-B7CB-12DC3DBDF3F1}" type="parTrans" cxnId="{92E663AE-C379-4D58-B0FB-9A699EDAEFE7}">
      <dgm:prSet/>
      <dgm:spPr/>
      <dgm:t>
        <a:bodyPr/>
        <a:lstStyle/>
        <a:p>
          <a:endParaRPr lang="en-US"/>
        </a:p>
      </dgm:t>
    </dgm:pt>
    <dgm:pt modelId="{74679C34-6E45-4779-91D1-CB8AE589D8EF}" type="sibTrans" cxnId="{92E663AE-C379-4D58-B0FB-9A699EDAEFE7}">
      <dgm:prSet/>
      <dgm:spPr/>
      <dgm:t>
        <a:bodyPr/>
        <a:lstStyle/>
        <a:p>
          <a:endParaRPr lang="en-US"/>
        </a:p>
      </dgm:t>
    </dgm:pt>
    <dgm:pt modelId="{79A4FAA3-8626-4137-88D4-006AF41DF8F3}" type="pres">
      <dgm:prSet presAssocID="{38F23E6C-FBAF-4AF0-8320-95B4AD158D46}" presName="root" presStyleCnt="0">
        <dgm:presLayoutVars>
          <dgm:dir/>
          <dgm:resizeHandles val="exact"/>
        </dgm:presLayoutVars>
      </dgm:prSet>
      <dgm:spPr/>
    </dgm:pt>
    <dgm:pt modelId="{FA5D5400-16B1-4CCF-982C-16BC0C80D306}" type="pres">
      <dgm:prSet presAssocID="{8847531E-D113-4EF6-BEFC-5B4F7437ECCA}" presName="compNode" presStyleCnt="0"/>
      <dgm:spPr/>
    </dgm:pt>
    <dgm:pt modelId="{69982DA8-AAC1-4D6F-B586-C93A78DB3CEF}" type="pres">
      <dgm:prSet presAssocID="{8847531E-D113-4EF6-BEFC-5B4F7437ECCA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D90CE9A-2D3E-498C-83F9-0C145194C200}" type="pres">
      <dgm:prSet presAssocID="{8847531E-D113-4EF6-BEFC-5B4F7437ECC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54C4C94F-0571-4D88-99FD-F23EC37D026B}" type="pres">
      <dgm:prSet presAssocID="{8847531E-D113-4EF6-BEFC-5B4F7437ECCA}" presName="spaceRect" presStyleCnt="0"/>
      <dgm:spPr/>
    </dgm:pt>
    <dgm:pt modelId="{2B859760-5F80-477F-83C8-8F01A58B2DA2}" type="pres">
      <dgm:prSet presAssocID="{8847531E-D113-4EF6-BEFC-5B4F7437ECCA}" presName="textRect" presStyleLbl="revTx" presStyleIdx="0" presStyleCnt="5">
        <dgm:presLayoutVars>
          <dgm:chMax val="1"/>
          <dgm:chPref val="1"/>
        </dgm:presLayoutVars>
      </dgm:prSet>
      <dgm:spPr/>
    </dgm:pt>
    <dgm:pt modelId="{ED9A75A7-42DF-4EF7-B53F-914DB60F60E9}" type="pres">
      <dgm:prSet presAssocID="{CAD217FC-42DC-48E4-89CF-4F6F0F9D898F}" presName="sibTrans" presStyleCnt="0"/>
      <dgm:spPr/>
    </dgm:pt>
    <dgm:pt modelId="{D8ADAF72-FB39-4BC8-905F-68739B489FCB}" type="pres">
      <dgm:prSet presAssocID="{61D99B21-EBD2-4593-929A-DAE85505E375}" presName="compNode" presStyleCnt="0"/>
      <dgm:spPr/>
    </dgm:pt>
    <dgm:pt modelId="{7508D02D-10E4-4DB6-9AD5-630945905EB3}" type="pres">
      <dgm:prSet presAssocID="{61D99B21-EBD2-4593-929A-DAE85505E375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479A2A7-55D5-40B5-90EE-AB89AC5A11E4}" type="pres">
      <dgm:prSet presAssocID="{61D99B21-EBD2-4593-929A-DAE85505E37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1F7B0C-56C3-4C14-ABA2-9BF882EAFF26}" type="pres">
      <dgm:prSet presAssocID="{61D99B21-EBD2-4593-929A-DAE85505E375}" presName="spaceRect" presStyleCnt="0"/>
      <dgm:spPr/>
    </dgm:pt>
    <dgm:pt modelId="{928A4C93-1755-4384-BC8B-6C76815C8FDE}" type="pres">
      <dgm:prSet presAssocID="{61D99B21-EBD2-4593-929A-DAE85505E375}" presName="textRect" presStyleLbl="revTx" presStyleIdx="1" presStyleCnt="5">
        <dgm:presLayoutVars>
          <dgm:chMax val="1"/>
          <dgm:chPref val="1"/>
        </dgm:presLayoutVars>
      </dgm:prSet>
      <dgm:spPr/>
    </dgm:pt>
    <dgm:pt modelId="{2B536C82-A551-44B9-91C9-D86F90837B5F}" type="pres">
      <dgm:prSet presAssocID="{DFB0AD07-682B-4ADC-8981-38E43B908BC1}" presName="sibTrans" presStyleCnt="0"/>
      <dgm:spPr/>
    </dgm:pt>
    <dgm:pt modelId="{8DFF6502-06A4-4CD9-B5C0-1B17007B0DF8}" type="pres">
      <dgm:prSet presAssocID="{455FEFB7-A370-4BB6-BDB5-522920167BD6}" presName="compNode" presStyleCnt="0"/>
      <dgm:spPr/>
    </dgm:pt>
    <dgm:pt modelId="{EA9F2962-7452-40A7-B36D-7D616EE4EE4F}" type="pres">
      <dgm:prSet presAssocID="{455FEFB7-A370-4BB6-BDB5-522920167BD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0F7D311-58D6-46A5-9E75-AD4891BA20DF}" type="pres">
      <dgm:prSet presAssocID="{455FEFB7-A370-4BB6-BDB5-522920167BD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4ECBC95-7B68-496D-9034-C433915D0A53}" type="pres">
      <dgm:prSet presAssocID="{455FEFB7-A370-4BB6-BDB5-522920167BD6}" presName="spaceRect" presStyleCnt="0"/>
      <dgm:spPr/>
    </dgm:pt>
    <dgm:pt modelId="{40BAADDA-FDC3-4C68-9CFA-D604A5497C8C}" type="pres">
      <dgm:prSet presAssocID="{455FEFB7-A370-4BB6-BDB5-522920167BD6}" presName="textRect" presStyleLbl="revTx" presStyleIdx="2" presStyleCnt="5">
        <dgm:presLayoutVars>
          <dgm:chMax val="1"/>
          <dgm:chPref val="1"/>
        </dgm:presLayoutVars>
      </dgm:prSet>
      <dgm:spPr/>
    </dgm:pt>
    <dgm:pt modelId="{E9A3CF00-CC5C-40C3-904D-12400C49A73B}" type="pres">
      <dgm:prSet presAssocID="{B6EBF56E-D6A1-4F68-8179-BC241D80C7BB}" presName="sibTrans" presStyleCnt="0"/>
      <dgm:spPr/>
    </dgm:pt>
    <dgm:pt modelId="{33CBD350-FC48-4572-94BF-CC4E4E715151}" type="pres">
      <dgm:prSet presAssocID="{F89371E4-04A4-4EF9-9F17-773DCB167386}" presName="compNode" presStyleCnt="0"/>
      <dgm:spPr/>
    </dgm:pt>
    <dgm:pt modelId="{88007AFD-40F2-42BD-A19B-9F639FFF5C22}" type="pres">
      <dgm:prSet presAssocID="{F89371E4-04A4-4EF9-9F17-773DCB167386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85114CE-CFD3-4609-9E7F-A45819E2218A}" type="pres">
      <dgm:prSet presAssocID="{F89371E4-04A4-4EF9-9F17-773DCB16738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8A749935-24DE-4963-BB37-66A1A150DE9B}" type="pres">
      <dgm:prSet presAssocID="{F89371E4-04A4-4EF9-9F17-773DCB167386}" presName="spaceRect" presStyleCnt="0"/>
      <dgm:spPr/>
    </dgm:pt>
    <dgm:pt modelId="{8F39FD5F-B323-4350-9238-1C577FF02A87}" type="pres">
      <dgm:prSet presAssocID="{F89371E4-04A4-4EF9-9F17-773DCB167386}" presName="textRect" presStyleLbl="revTx" presStyleIdx="3" presStyleCnt="5">
        <dgm:presLayoutVars>
          <dgm:chMax val="1"/>
          <dgm:chPref val="1"/>
        </dgm:presLayoutVars>
      </dgm:prSet>
      <dgm:spPr/>
    </dgm:pt>
    <dgm:pt modelId="{C4EBCBCF-1630-403B-96F4-632A321149CB}" type="pres">
      <dgm:prSet presAssocID="{D664190C-9A11-4A4B-9866-0446F440AB77}" presName="sibTrans" presStyleCnt="0"/>
      <dgm:spPr/>
    </dgm:pt>
    <dgm:pt modelId="{1510501F-BB21-4111-BC4D-5E9977C0776A}" type="pres">
      <dgm:prSet presAssocID="{26BAB1D1-9CFA-40EA-8ED0-3C86F6339DB8}" presName="compNode" presStyleCnt="0"/>
      <dgm:spPr/>
    </dgm:pt>
    <dgm:pt modelId="{1A285F21-0368-4690-9B7F-202DB2DCE90F}" type="pres">
      <dgm:prSet presAssocID="{26BAB1D1-9CFA-40EA-8ED0-3C86F6339DB8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4386E77-A8A3-48E9-80F1-D6F8D2B399A8}" type="pres">
      <dgm:prSet presAssocID="{26BAB1D1-9CFA-40EA-8ED0-3C86F6339DB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6B25FD-5BA2-4A29-9F2C-FF4837E724E7}" type="pres">
      <dgm:prSet presAssocID="{26BAB1D1-9CFA-40EA-8ED0-3C86F6339DB8}" presName="spaceRect" presStyleCnt="0"/>
      <dgm:spPr/>
    </dgm:pt>
    <dgm:pt modelId="{55D1B1BD-8828-44D6-83A6-ABCBFF14BFB7}" type="pres">
      <dgm:prSet presAssocID="{26BAB1D1-9CFA-40EA-8ED0-3C86F6339DB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C367806-48AD-46D6-A7A2-31D728F986E4}" srcId="{38F23E6C-FBAF-4AF0-8320-95B4AD158D46}" destId="{8847531E-D113-4EF6-BEFC-5B4F7437ECCA}" srcOrd="0" destOrd="0" parTransId="{EB44B3F7-61DD-4796-A4B1-F48B5105C118}" sibTransId="{CAD217FC-42DC-48E4-89CF-4F6F0F9D898F}"/>
    <dgm:cxn modelId="{7FDAD74A-FC90-403A-8E9F-B969822705BD}" srcId="{38F23E6C-FBAF-4AF0-8320-95B4AD158D46}" destId="{61D99B21-EBD2-4593-929A-DAE85505E375}" srcOrd="1" destOrd="0" parTransId="{F6911785-00F8-4617-8CC9-BEE756EB6CE4}" sibTransId="{DFB0AD07-682B-4ADC-8981-38E43B908BC1}"/>
    <dgm:cxn modelId="{3B420F6B-8A90-41E4-84A7-8E4D921F51F3}" type="presOf" srcId="{26BAB1D1-9CFA-40EA-8ED0-3C86F6339DB8}" destId="{55D1B1BD-8828-44D6-83A6-ABCBFF14BFB7}" srcOrd="0" destOrd="0" presId="urn:microsoft.com/office/officeart/2018/5/layout/IconLeafLabelList"/>
    <dgm:cxn modelId="{4945BE53-D9F9-4196-B98D-E2C166FD85DE}" type="presOf" srcId="{38F23E6C-FBAF-4AF0-8320-95B4AD158D46}" destId="{79A4FAA3-8626-4137-88D4-006AF41DF8F3}" srcOrd="0" destOrd="0" presId="urn:microsoft.com/office/officeart/2018/5/layout/IconLeafLabelList"/>
    <dgm:cxn modelId="{094DF57A-17CB-40E1-BD3F-00B7C9C9ED6E}" type="presOf" srcId="{61D99B21-EBD2-4593-929A-DAE85505E375}" destId="{928A4C93-1755-4384-BC8B-6C76815C8FDE}" srcOrd="0" destOrd="0" presId="urn:microsoft.com/office/officeart/2018/5/layout/IconLeafLabelList"/>
    <dgm:cxn modelId="{92E663AE-C379-4D58-B0FB-9A699EDAEFE7}" srcId="{38F23E6C-FBAF-4AF0-8320-95B4AD158D46}" destId="{26BAB1D1-9CFA-40EA-8ED0-3C86F6339DB8}" srcOrd="4" destOrd="0" parTransId="{0D30054B-866B-4777-B7CB-12DC3DBDF3F1}" sibTransId="{74679C34-6E45-4779-91D1-CB8AE589D8EF}"/>
    <dgm:cxn modelId="{DA517DAE-6986-4C6B-919C-FFDFD21C9CD8}" srcId="{38F23E6C-FBAF-4AF0-8320-95B4AD158D46}" destId="{455FEFB7-A370-4BB6-BDB5-522920167BD6}" srcOrd="2" destOrd="0" parTransId="{E51626D0-BAFD-4DA0-84A6-2C12F661E148}" sibTransId="{B6EBF56E-D6A1-4F68-8179-BC241D80C7BB}"/>
    <dgm:cxn modelId="{01D419B3-BAFC-43E2-96CA-B9FA2B95B13B}" type="presOf" srcId="{8847531E-D113-4EF6-BEFC-5B4F7437ECCA}" destId="{2B859760-5F80-477F-83C8-8F01A58B2DA2}" srcOrd="0" destOrd="0" presId="urn:microsoft.com/office/officeart/2018/5/layout/IconLeafLabelList"/>
    <dgm:cxn modelId="{D6307CDD-1E7C-4634-ADFB-ED58E6E06898}" srcId="{38F23E6C-FBAF-4AF0-8320-95B4AD158D46}" destId="{F89371E4-04A4-4EF9-9F17-773DCB167386}" srcOrd="3" destOrd="0" parTransId="{E3794705-6F25-4A43-B441-8301124BB514}" sibTransId="{D664190C-9A11-4A4B-9866-0446F440AB77}"/>
    <dgm:cxn modelId="{07FE20F0-EF01-4ED7-9E5F-C67EE04D51EC}" type="presOf" srcId="{F89371E4-04A4-4EF9-9F17-773DCB167386}" destId="{8F39FD5F-B323-4350-9238-1C577FF02A87}" srcOrd="0" destOrd="0" presId="urn:microsoft.com/office/officeart/2018/5/layout/IconLeafLabelList"/>
    <dgm:cxn modelId="{936E6FF7-7251-4CE5-8365-7DE7294819AE}" type="presOf" srcId="{455FEFB7-A370-4BB6-BDB5-522920167BD6}" destId="{40BAADDA-FDC3-4C68-9CFA-D604A5497C8C}" srcOrd="0" destOrd="0" presId="urn:microsoft.com/office/officeart/2018/5/layout/IconLeafLabelList"/>
    <dgm:cxn modelId="{AFC850A5-09AD-47C3-9DC9-5C84B83C49C7}" type="presParOf" srcId="{79A4FAA3-8626-4137-88D4-006AF41DF8F3}" destId="{FA5D5400-16B1-4CCF-982C-16BC0C80D306}" srcOrd="0" destOrd="0" presId="urn:microsoft.com/office/officeart/2018/5/layout/IconLeafLabelList"/>
    <dgm:cxn modelId="{E85B6323-8615-47ED-A96D-0C3A7C4932CC}" type="presParOf" srcId="{FA5D5400-16B1-4CCF-982C-16BC0C80D306}" destId="{69982DA8-AAC1-4D6F-B586-C93A78DB3CEF}" srcOrd="0" destOrd="0" presId="urn:microsoft.com/office/officeart/2018/5/layout/IconLeafLabelList"/>
    <dgm:cxn modelId="{23445CC1-44E6-4665-9E3E-D6D83E2016F8}" type="presParOf" srcId="{FA5D5400-16B1-4CCF-982C-16BC0C80D306}" destId="{FD90CE9A-2D3E-498C-83F9-0C145194C200}" srcOrd="1" destOrd="0" presId="urn:microsoft.com/office/officeart/2018/5/layout/IconLeafLabelList"/>
    <dgm:cxn modelId="{6CA194B0-397C-4287-8C80-460D3E74F3A7}" type="presParOf" srcId="{FA5D5400-16B1-4CCF-982C-16BC0C80D306}" destId="{54C4C94F-0571-4D88-99FD-F23EC37D026B}" srcOrd="2" destOrd="0" presId="urn:microsoft.com/office/officeart/2018/5/layout/IconLeafLabelList"/>
    <dgm:cxn modelId="{331C6243-67EB-4583-971D-6DF9982AB37A}" type="presParOf" srcId="{FA5D5400-16B1-4CCF-982C-16BC0C80D306}" destId="{2B859760-5F80-477F-83C8-8F01A58B2DA2}" srcOrd="3" destOrd="0" presId="urn:microsoft.com/office/officeart/2018/5/layout/IconLeafLabelList"/>
    <dgm:cxn modelId="{D2C3EAB5-AF15-4021-BD4B-C64AADC24168}" type="presParOf" srcId="{79A4FAA3-8626-4137-88D4-006AF41DF8F3}" destId="{ED9A75A7-42DF-4EF7-B53F-914DB60F60E9}" srcOrd="1" destOrd="0" presId="urn:microsoft.com/office/officeart/2018/5/layout/IconLeafLabelList"/>
    <dgm:cxn modelId="{1DE6CB42-2313-43D7-9FE5-AE3EB55639D3}" type="presParOf" srcId="{79A4FAA3-8626-4137-88D4-006AF41DF8F3}" destId="{D8ADAF72-FB39-4BC8-905F-68739B489FCB}" srcOrd="2" destOrd="0" presId="urn:microsoft.com/office/officeart/2018/5/layout/IconLeafLabelList"/>
    <dgm:cxn modelId="{0CC8B757-4073-4588-BFA3-9D47AFB39E39}" type="presParOf" srcId="{D8ADAF72-FB39-4BC8-905F-68739B489FCB}" destId="{7508D02D-10E4-4DB6-9AD5-630945905EB3}" srcOrd="0" destOrd="0" presId="urn:microsoft.com/office/officeart/2018/5/layout/IconLeafLabelList"/>
    <dgm:cxn modelId="{504BF736-6FBF-4F6D-933D-E3B163CC596E}" type="presParOf" srcId="{D8ADAF72-FB39-4BC8-905F-68739B489FCB}" destId="{3479A2A7-55D5-40B5-90EE-AB89AC5A11E4}" srcOrd="1" destOrd="0" presId="urn:microsoft.com/office/officeart/2018/5/layout/IconLeafLabelList"/>
    <dgm:cxn modelId="{AC4016CF-25EC-4D05-922F-8B55FC7383F5}" type="presParOf" srcId="{D8ADAF72-FB39-4BC8-905F-68739B489FCB}" destId="{F81F7B0C-56C3-4C14-ABA2-9BF882EAFF26}" srcOrd="2" destOrd="0" presId="urn:microsoft.com/office/officeart/2018/5/layout/IconLeafLabelList"/>
    <dgm:cxn modelId="{25F85133-BC73-493E-AD9F-9AE1A1DA28CA}" type="presParOf" srcId="{D8ADAF72-FB39-4BC8-905F-68739B489FCB}" destId="{928A4C93-1755-4384-BC8B-6C76815C8FDE}" srcOrd="3" destOrd="0" presId="urn:microsoft.com/office/officeart/2018/5/layout/IconLeafLabelList"/>
    <dgm:cxn modelId="{50C09225-DF08-4E0E-A046-87F047E99BF3}" type="presParOf" srcId="{79A4FAA3-8626-4137-88D4-006AF41DF8F3}" destId="{2B536C82-A551-44B9-91C9-D86F90837B5F}" srcOrd="3" destOrd="0" presId="urn:microsoft.com/office/officeart/2018/5/layout/IconLeafLabelList"/>
    <dgm:cxn modelId="{C7D999CD-DBAE-41A2-A57F-E6F58B091DDC}" type="presParOf" srcId="{79A4FAA3-8626-4137-88D4-006AF41DF8F3}" destId="{8DFF6502-06A4-4CD9-B5C0-1B17007B0DF8}" srcOrd="4" destOrd="0" presId="urn:microsoft.com/office/officeart/2018/5/layout/IconLeafLabelList"/>
    <dgm:cxn modelId="{1F757EB1-D9DA-4F1E-A0B6-E2705E05401E}" type="presParOf" srcId="{8DFF6502-06A4-4CD9-B5C0-1B17007B0DF8}" destId="{EA9F2962-7452-40A7-B36D-7D616EE4EE4F}" srcOrd="0" destOrd="0" presId="urn:microsoft.com/office/officeart/2018/5/layout/IconLeafLabelList"/>
    <dgm:cxn modelId="{E5BBE62A-F8E7-418D-B8DE-CE96E8349A57}" type="presParOf" srcId="{8DFF6502-06A4-4CD9-B5C0-1B17007B0DF8}" destId="{70F7D311-58D6-46A5-9E75-AD4891BA20DF}" srcOrd="1" destOrd="0" presId="urn:microsoft.com/office/officeart/2018/5/layout/IconLeafLabelList"/>
    <dgm:cxn modelId="{5ACDF17B-E9EE-42F5-9084-48C01CC46143}" type="presParOf" srcId="{8DFF6502-06A4-4CD9-B5C0-1B17007B0DF8}" destId="{E4ECBC95-7B68-496D-9034-C433915D0A53}" srcOrd="2" destOrd="0" presId="urn:microsoft.com/office/officeart/2018/5/layout/IconLeafLabelList"/>
    <dgm:cxn modelId="{4B5A5C7F-9C05-4D3E-A2DB-0152D5E0EDEC}" type="presParOf" srcId="{8DFF6502-06A4-4CD9-B5C0-1B17007B0DF8}" destId="{40BAADDA-FDC3-4C68-9CFA-D604A5497C8C}" srcOrd="3" destOrd="0" presId="urn:microsoft.com/office/officeart/2018/5/layout/IconLeafLabelList"/>
    <dgm:cxn modelId="{2323716C-8A8F-4D58-A60B-D5CE7FFE4CBD}" type="presParOf" srcId="{79A4FAA3-8626-4137-88D4-006AF41DF8F3}" destId="{E9A3CF00-CC5C-40C3-904D-12400C49A73B}" srcOrd="5" destOrd="0" presId="urn:microsoft.com/office/officeart/2018/5/layout/IconLeafLabelList"/>
    <dgm:cxn modelId="{FBE7958C-4960-48EF-BFE6-62CFA24841FA}" type="presParOf" srcId="{79A4FAA3-8626-4137-88D4-006AF41DF8F3}" destId="{33CBD350-FC48-4572-94BF-CC4E4E715151}" srcOrd="6" destOrd="0" presId="urn:microsoft.com/office/officeart/2018/5/layout/IconLeafLabelList"/>
    <dgm:cxn modelId="{DF73905D-40C3-49C2-8088-714ADFE3A5EF}" type="presParOf" srcId="{33CBD350-FC48-4572-94BF-CC4E4E715151}" destId="{88007AFD-40F2-42BD-A19B-9F639FFF5C22}" srcOrd="0" destOrd="0" presId="urn:microsoft.com/office/officeart/2018/5/layout/IconLeafLabelList"/>
    <dgm:cxn modelId="{D68B4A3F-D3A6-45D1-AC73-1082049C5A0F}" type="presParOf" srcId="{33CBD350-FC48-4572-94BF-CC4E4E715151}" destId="{185114CE-CFD3-4609-9E7F-A45819E2218A}" srcOrd="1" destOrd="0" presId="urn:microsoft.com/office/officeart/2018/5/layout/IconLeafLabelList"/>
    <dgm:cxn modelId="{C317A7FF-C837-471F-B90C-03418E427915}" type="presParOf" srcId="{33CBD350-FC48-4572-94BF-CC4E4E715151}" destId="{8A749935-24DE-4963-BB37-66A1A150DE9B}" srcOrd="2" destOrd="0" presId="urn:microsoft.com/office/officeart/2018/5/layout/IconLeafLabelList"/>
    <dgm:cxn modelId="{9C8EFAC0-8BDA-4D42-809B-5447184C09A9}" type="presParOf" srcId="{33CBD350-FC48-4572-94BF-CC4E4E715151}" destId="{8F39FD5F-B323-4350-9238-1C577FF02A87}" srcOrd="3" destOrd="0" presId="urn:microsoft.com/office/officeart/2018/5/layout/IconLeafLabelList"/>
    <dgm:cxn modelId="{CB46D523-9391-4539-BF50-3DA5D57978B0}" type="presParOf" srcId="{79A4FAA3-8626-4137-88D4-006AF41DF8F3}" destId="{C4EBCBCF-1630-403B-96F4-632A321149CB}" srcOrd="7" destOrd="0" presId="urn:microsoft.com/office/officeart/2018/5/layout/IconLeafLabelList"/>
    <dgm:cxn modelId="{D29E7F14-1FFE-4691-828B-57AC813E40D5}" type="presParOf" srcId="{79A4FAA3-8626-4137-88D4-006AF41DF8F3}" destId="{1510501F-BB21-4111-BC4D-5E9977C0776A}" srcOrd="8" destOrd="0" presId="urn:microsoft.com/office/officeart/2018/5/layout/IconLeafLabelList"/>
    <dgm:cxn modelId="{0AD2D2B5-1E05-4F0D-9BD4-928D0B08D669}" type="presParOf" srcId="{1510501F-BB21-4111-BC4D-5E9977C0776A}" destId="{1A285F21-0368-4690-9B7F-202DB2DCE90F}" srcOrd="0" destOrd="0" presId="urn:microsoft.com/office/officeart/2018/5/layout/IconLeafLabelList"/>
    <dgm:cxn modelId="{F457B816-0693-4911-87B8-F078DF83ABC7}" type="presParOf" srcId="{1510501F-BB21-4111-BC4D-5E9977C0776A}" destId="{D4386E77-A8A3-48E9-80F1-D6F8D2B399A8}" srcOrd="1" destOrd="0" presId="urn:microsoft.com/office/officeart/2018/5/layout/IconLeafLabelList"/>
    <dgm:cxn modelId="{14ACBDAC-4CF9-4F58-AD40-E52FF64E7659}" type="presParOf" srcId="{1510501F-BB21-4111-BC4D-5E9977C0776A}" destId="{756B25FD-5BA2-4A29-9F2C-FF4837E724E7}" srcOrd="2" destOrd="0" presId="urn:microsoft.com/office/officeart/2018/5/layout/IconLeafLabelList"/>
    <dgm:cxn modelId="{8E630D6D-BB9A-4A8C-8FB1-4DFF858B8799}" type="presParOf" srcId="{1510501F-BB21-4111-BC4D-5E9977C0776A}" destId="{55D1B1BD-8828-44D6-83A6-ABCBFF14BFB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0DD5FE-BEE6-4E01-81F0-9182D1AAC4A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2AF4EEA-53C3-42CF-81F3-7E707A67EED4}">
      <dgm:prSet/>
      <dgm:spPr/>
      <dgm:t>
        <a:bodyPr/>
        <a:lstStyle/>
        <a:p>
          <a:r>
            <a:rPr lang="en-US"/>
            <a:t>• Requirements</a:t>
          </a:r>
        </a:p>
      </dgm:t>
    </dgm:pt>
    <dgm:pt modelId="{F3BEB26F-64B0-4F62-B64A-0121D9C857A4}" type="parTrans" cxnId="{0D0118B5-CA4F-43EC-9E23-CE9A9CF4EB43}">
      <dgm:prSet/>
      <dgm:spPr/>
      <dgm:t>
        <a:bodyPr/>
        <a:lstStyle/>
        <a:p>
          <a:endParaRPr lang="en-US"/>
        </a:p>
      </dgm:t>
    </dgm:pt>
    <dgm:pt modelId="{D6883BE5-3EFE-4098-A70B-651EBFA1DFDD}" type="sibTrans" cxnId="{0D0118B5-CA4F-43EC-9E23-CE9A9CF4EB43}">
      <dgm:prSet/>
      <dgm:spPr/>
      <dgm:t>
        <a:bodyPr/>
        <a:lstStyle/>
        <a:p>
          <a:endParaRPr lang="en-US"/>
        </a:p>
      </dgm:t>
    </dgm:pt>
    <dgm:pt modelId="{BD4F7E68-9F50-4D7E-91CB-8487887B47A2}">
      <dgm:prSet/>
      <dgm:spPr/>
      <dgm:t>
        <a:bodyPr/>
        <a:lstStyle/>
        <a:p>
          <a:r>
            <a:rPr lang="en-US"/>
            <a:t>• Design</a:t>
          </a:r>
        </a:p>
      </dgm:t>
    </dgm:pt>
    <dgm:pt modelId="{007C2E46-9DCA-4385-9B5E-1730CA7B02CB}" type="parTrans" cxnId="{1CF79ECC-9DF5-47F2-B751-D10BA965459F}">
      <dgm:prSet/>
      <dgm:spPr/>
      <dgm:t>
        <a:bodyPr/>
        <a:lstStyle/>
        <a:p>
          <a:endParaRPr lang="en-US"/>
        </a:p>
      </dgm:t>
    </dgm:pt>
    <dgm:pt modelId="{E34CFB43-CB26-4DC5-891E-31B8C8C61E53}" type="sibTrans" cxnId="{1CF79ECC-9DF5-47F2-B751-D10BA965459F}">
      <dgm:prSet/>
      <dgm:spPr/>
      <dgm:t>
        <a:bodyPr/>
        <a:lstStyle/>
        <a:p>
          <a:endParaRPr lang="en-US"/>
        </a:p>
      </dgm:t>
    </dgm:pt>
    <dgm:pt modelId="{869CF0E7-545D-4783-8090-84D2A9707EF3}">
      <dgm:prSet/>
      <dgm:spPr/>
      <dgm:t>
        <a:bodyPr/>
        <a:lstStyle/>
        <a:p>
          <a:r>
            <a:rPr lang="en-US"/>
            <a:t>• Development</a:t>
          </a:r>
        </a:p>
      </dgm:t>
    </dgm:pt>
    <dgm:pt modelId="{1011BBCF-7C61-4AE9-BC70-0D96F536B684}" type="parTrans" cxnId="{2F8908EC-7581-49F5-9FBF-BA4ECB57B5C1}">
      <dgm:prSet/>
      <dgm:spPr/>
      <dgm:t>
        <a:bodyPr/>
        <a:lstStyle/>
        <a:p>
          <a:endParaRPr lang="en-US"/>
        </a:p>
      </dgm:t>
    </dgm:pt>
    <dgm:pt modelId="{FFF9C693-C522-46F6-A03E-FB6BA32EE479}" type="sibTrans" cxnId="{2F8908EC-7581-49F5-9FBF-BA4ECB57B5C1}">
      <dgm:prSet/>
      <dgm:spPr/>
      <dgm:t>
        <a:bodyPr/>
        <a:lstStyle/>
        <a:p>
          <a:endParaRPr lang="en-US"/>
        </a:p>
      </dgm:t>
    </dgm:pt>
    <dgm:pt modelId="{620B91A0-15F4-4B81-B1EA-3DE7BB9195C0}">
      <dgm:prSet/>
      <dgm:spPr/>
      <dgm:t>
        <a:bodyPr/>
        <a:lstStyle/>
        <a:p>
          <a:r>
            <a:rPr lang="en-US"/>
            <a:t>• Testing</a:t>
          </a:r>
        </a:p>
      </dgm:t>
    </dgm:pt>
    <dgm:pt modelId="{4D690CE4-3977-495D-A6A9-003FD7CBDA62}" type="parTrans" cxnId="{7A56402C-D70C-44ED-BA1B-5D6CE6A09FC7}">
      <dgm:prSet/>
      <dgm:spPr/>
      <dgm:t>
        <a:bodyPr/>
        <a:lstStyle/>
        <a:p>
          <a:endParaRPr lang="en-US"/>
        </a:p>
      </dgm:t>
    </dgm:pt>
    <dgm:pt modelId="{D4DB9C13-6B16-49E3-9901-CEA5F6C08117}" type="sibTrans" cxnId="{7A56402C-D70C-44ED-BA1B-5D6CE6A09FC7}">
      <dgm:prSet/>
      <dgm:spPr/>
      <dgm:t>
        <a:bodyPr/>
        <a:lstStyle/>
        <a:p>
          <a:endParaRPr lang="en-US"/>
        </a:p>
      </dgm:t>
    </dgm:pt>
    <dgm:pt modelId="{B34ACD14-50E6-499F-AB1F-94CFAB3BC8D5}">
      <dgm:prSet/>
      <dgm:spPr/>
      <dgm:t>
        <a:bodyPr/>
        <a:lstStyle/>
        <a:p>
          <a:r>
            <a:rPr lang="en-US"/>
            <a:t>• Deployment</a:t>
          </a:r>
        </a:p>
      </dgm:t>
    </dgm:pt>
    <dgm:pt modelId="{96A0E127-5E2D-4603-AFE9-6A5431173885}" type="parTrans" cxnId="{6FFC1136-DB36-4098-A529-86877357E091}">
      <dgm:prSet/>
      <dgm:spPr/>
      <dgm:t>
        <a:bodyPr/>
        <a:lstStyle/>
        <a:p>
          <a:endParaRPr lang="en-US"/>
        </a:p>
      </dgm:t>
    </dgm:pt>
    <dgm:pt modelId="{C40D6334-CCCE-4897-AC5D-E03B9F7C8E9F}" type="sibTrans" cxnId="{6FFC1136-DB36-4098-A529-86877357E091}">
      <dgm:prSet/>
      <dgm:spPr/>
      <dgm:t>
        <a:bodyPr/>
        <a:lstStyle/>
        <a:p>
          <a:endParaRPr lang="en-US"/>
        </a:p>
      </dgm:t>
    </dgm:pt>
    <dgm:pt modelId="{A0A24D94-B016-4B70-AFBC-234A8F0045C7}">
      <dgm:prSet/>
      <dgm:spPr/>
      <dgm:t>
        <a:bodyPr/>
        <a:lstStyle/>
        <a:p>
          <a:r>
            <a:rPr lang="en-US"/>
            <a:t>Challenges:</a:t>
          </a:r>
        </a:p>
      </dgm:t>
    </dgm:pt>
    <dgm:pt modelId="{E406B7C5-04AA-4462-833B-957E8988672B}" type="parTrans" cxnId="{B0340439-DBAF-4FE7-8558-ADD4B8225785}">
      <dgm:prSet/>
      <dgm:spPr/>
      <dgm:t>
        <a:bodyPr/>
        <a:lstStyle/>
        <a:p>
          <a:endParaRPr lang="en-US"/>
        </a:p>
      </dgm:t>
    </dgm:pt>
    <dgm:pt modelId="{B3CFB3AC-1089-48CD-867B-C004900BBD38}" type="sibTrans" cxnId="{B0340439-DBAF-4FE7-8558-ADD4B8225785}">
      <dgm:prSet/>
      <dgm:spPr/>
      <dgm:t>
        <a:bodyPr/>
        <a:lstStyle/>
        <a:p>
          <a:endParaRPr lang="en-US"/>
        </a:p>
      </dgm:t>
    </dgm:pt>
    <dgm:pt modelId="{FA3943A4-04D3-4B0E-AF8C-AA993D2451BD}">
      <dgm:prSet/>
      <dgm:spPr/>
      <dgm:t>
        <a:bodyPr/>
        <a:lstStyle/>
        <a:p>
          <a:r>
            <a:rPr lang="en-US"/>
            <a:t>• Difficult to change once started</a:t>
          </a:r>
        </a:p>
      </dgm:t>
    </dgm:pt>
    <dgm:pt modelId="{8925BD6A-E641-46CE-AB29-13E44D3CAEEE}" type="parTrans" cxnId="{0DDA2023-A860-46A4-AAFE-0791C1440CDB}">
      <dgm:prSet/>
      <dgm:spPr/>
      <dgm:t>
        <a:bodyPr/>
        <a:lstStyle/>
        <a:p>
          <a:endParaRPr lang="en-US"/>
        </a:p>
      </dgm:t>
    </dgm:pt>
    <dgm:pt modelId="{703A7912-046E-4B61-AC65-3571870D0DE8}" type="sibTrans" cxnId="{0DDA2023-A860-46A4-AAFE-0791C1440CDB}">
      <dgm:prSet/>
      <dgm:spPr/>
      <dgm:t>
        <a:bodyPr/>
        <a:lstStyle/>
        <a:p>
          <a:endParaRPr lang="en-US"/>
        </a:p>
      </dgm:t>
    </dgm:pt>
    <dgm:pt modelId="{318DAC0D-5E67-43B3-9E15-81B86043B431}">
      <dgm:prSet/>
      <dgm:spPr/>
      <dgm:t>
        <a:bodyPr/>
        <a:lstStyle/>
        <a:p>
          <a:r>
            <a:rPr lang="en-US"/>
            <a:t>• Testing happens late</a:t>
          </a:r>
        </a:p>
      </dgm:t>
    </dgm:pt>
    <dgm:pt modelId="{F5B79B7F-560B-4CD5-A8C2-3E2387A3AB5C}" type="parTrans" cxnId="{C1796259-3D47-4FC8-8395-5B8DCA9F5054}">
      <dgm:prSet/>
      <dgm:spPr/>
      <dgm:t>
        <a:bodyPr/>
        <a:lstStyle/>
        <a:p>
          <a:endParaRPr lang="en-US"/>
        </a:p>
      </dgm:t>
    </dgm:pt>
    <dgm:pt modelId="{579FCB7C-EE0D-4088-8C0B-16C96D0AE332}" type="sibTrans" cxnId="{C1796259-3D47-4FC8-8395-5B8DCA9F5054}">
      <dgm:prSet/>
      <dgm:spPr/>
      <dgm:t>
        <a:bodyPr/>
        <a:lstStyle/>
        <a:p>
          <a:endParaRPr lang="en-US"/>
        </a:p>
      </dgm:t>
    </dgm:pt>
    <dgm:pt modelId="{4C1BB152-46ED-4950-87EB-1352688D1CA0}">
      <dgm:prSet/>
      <dgm:spPr/>
      <dgm:t>
        <a:bodyPr/>
        <a:lstStyle/>
        <a:p>
          <a:r>
            <a:rPr lang="en-US"/>
            <a:t>• Slower response to new requirements</a:t>
          </a:r>
        </a:p>
      </dgm:t>
    </dgm:pt>
    <dgm:pt modelId="{91770653-0B3E-4037-BB84-74A3B41E2FFA}" type="parTrans" cxnId="{DF153035-D600-434F-9318-36FFD80C629E}">
      <dgm:prSet/>
      <dgm:spPr/>
      <dgm:t>
        <a:bodyPr/>
        <a:lstStyle/>
        <a:p>
          <a:endParaRPr lang="en-US"/>
        </a:p>
      </dgm:t>
    </dgm:pt>
    <dgm:pt modelId="{48E1325F-1A29-41C8-9B70-1E54958BE486}" type="sibTrans" cxnId="{DF153035-D600-434F-9318-36FFD80C629E}">
      <dgm:prSet/>
      <dgm:spPr/>
      <dgm:t>
        <a:bodyPr/>
        <a:lstStyle/>
        <a:p>
          <a:endParaRPr lang="en-US"/>
        </a:p>
      </dgm:t>
    </dgm:pt>
    <dgm:pt modelId="{6AA7826B-D37B-4C7E-81C4-E0885E5C4727}" type="pres">
      <dgm:prSet presAssocID="{CC0DD5FE-BEE6-4E01-81F0-9182D1AAC4AF}" presName="linear" presStyleCnt="0">
        <dgm:presLayoutVars>
          <dgm:animLvl val="lvl"/>
          <dgm:resizeHandles val="exact"/>
        </dgm:presLayoutVars>
      </dgm:prSet>
      <dgm:spPr/>
    </dgm:pt>
    <dgm:pt modelId="{38A88E7D-239A-467A-8510-A3BB9B867478}" type="pres">
      <dgm:prSet presAssocID="{12AF4EEA-53C3-42CF-81F3-7E707A67EED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7EF95C5E-A0C7-4360-8320-60D75685DDA0}" type="pres">
      <dgm:prSet presAssocID="{D6883BE5-3EFE-4098-A70B-651EBFA1DFDD}" presName="spacer" presStyleCnt="0"/>
      <dgm:spPr/>
    </dgm:pt>
    <dgm:pt modelId="{58A01DDD-506A-4FBC-85EC-BCC34B7EA2A4}" type="pres">
      <dgm:prSet presAssocID="{BD4F7E68-9F50-4D7E-91CB-8487887B47A2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AA41A857-2336-44A8-B0DE-E588F8E8C805}" type="pres">
      <dgm:prSet presAssocID="{E34CFB43-CB26-4DC5-891E-31B8C8C61E53}" presName="spacer" presStyleCnt="0"/>
      <dgm:spPr/>
    </dgm:pt>
    <dgm:pt modelId="{D226E57C-09E9-48B0-B90D-3C9D46446302}" type="pres">
      <dgm:prSet presAssocID="{869CF0E7-545D-4783-8090-84D2A9707EF3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6A5097DC-7AEF-449C-A6BB-1E2930659F65}" type="pres">
      <dgm:prSet presAssocID="{FFF9C693-C522-46F6-A03E-FB6BA32EE479}" presName="spacer" presStyleCnt="0"/>
      <dgm:spPr/>
    </dgm:pt>
    <dgm:pt modelId="{2EF9330E-188D-45ED-B7B6-E249664D478A}" type="pres">
      <dgm:prSet presAssocID="{620B91A0-15F4-4B81-B1EA-3DE7BB9195C0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E33E3E45-123C-4658-A576-66326B4B299F}" type="pres">
      <dgm:prSet presAssocID="{D4DB9C13-6B16-49E3-9901-CEA5F6C08117}" presName="spacer" presStyleCnt="0"/>
      <dgm:spPr/>
    </dgm:pt>
    <dgm:pt modelId="{ABDEA30C-9EFD-4411-A0C6-9680D0F8CDE1}" type="pres">
      <dgm:prSet presAssocID="{B34ACD14-50E6-499F-AB1F-94CFAB3BC8D5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F2122ADC-DB9E-4520-A648-3B749F729119}" type="pres">
      <dgm:prSet presAssocID="{C40D6334-CCCE-4897-AC5D-E03B9F7C8E9F}" presName="spacer" presStyleCnt="0"/>
      <dgm:spPr/>
    </dgm:pt>
    <dgm:pt modelId="{ED08B016-0F0D-4BBA-BC04-FE44861A20CD}" type="pres">
      <dgm:prSet presAssocID="{A0A24D94-B016-4B70-AFBC-234A8F0045C7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93F17FB-84FD-4905-9BB7-F513E70AB3CE}" type="pres">
      <dgm:prSet presAssocID="{B3CFB3AC-1089-48CD-867B-C004900BBD38}" presName="spacer" presStyleCnt="0"/>
      <dgm:spPr/>
    </dgm:pt>
    <dgm:pt modelId="{A98640C3-0B4F-4165-B40D-78681B67C957}" type="pres">
      <dgm:prSet presAssocID="{FA3943A4-04D3-4B0E-AF8C-AA993D2451BD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194FFC64-6313-4D71-BCCE-DDEDB1717A63}" type="pres">
      <dgm:prSet presAssocID="{703A7912-046E-4B61-AC65-3571870D0DE8}" presName="spacer" presStyleCnt="0"/>
      <dgm:spPr/>
    </dgm:pt>
    <dgm:pt modelId="{1E5ADA0A-139C-412A-8B11-F312DD33FFD5}" type="pres">
      <dgm:prSet presAssocID="{318DAC0D-5E67-43B3-9E15-81B86043B431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CE0D34C-50CD-4627-8F98-F856CCD8F9FE}" type="pres">
      <dgm:prSet presAssocID="{579FCB7C-EE0D-4088-8C0B-16C96D0AE332}" presName="spacer" presStyleCnt="0"/>
      <dgm:spPr/>
    </dgm:pt>
    <dgm:pt modelId="{A727D647-C0E2-49C1-849A-12BC4C148937}" type="pres">
      <dgm:prSet presAssocID="{4C1BB152-46ED-4950-87EB-1352688D1CA0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ECDD7608-AB58-4DF1-9BFC-3226F57315FB}" type="presOf" srcId="{620B91A0-15F4-4B81-B1EA-3DE7BB9195C0}" destId="{2EF9330E-188D-45ED-B7B6-E249664D478A}" srcOrd="0" destOrd="0" presId="urn:microsoft.com/office/officeart/2005/8/layout/vList2"/>
    <dgm:cxn modelId="{43132009-5211-4C93-A53D-194C33FFE39C}" type="presOf" srcId="{A0A24D94-B016-4B70-AFBC-234A8F0045C7}" destId="{ED08B016-0F0D-4BBA-BC04-FE44861A20CD}" srcOrd="0" destOrd="0" presId="urn:microsoft.com/office/officeart/2005/8/layout/vList2"/>
    <dgm:cxn modelId="{3F26540D-71DA-4797-AB97-F7349738B197}" type="presOf" srcId="{12AF4EEA-53C3-42CF-81F3-7E707A67EED4}" destId="{38A88E7D-239A-467A-8510-A3BB9B867478}" srcOrd="0" destOrd="0" presId="urn:microsoft.com/office/officeart/2005/8/layout/vList2"/>
    <dgm:cxn modelId="{0DDA2023-A860-46A4-AAFE-0791C1440CDB}" srcId="{CC0DD5FE-BEE6-4E01-81F0-9182D1AAC4AF}" destId="{FA3943A4-04D3-4B0E-AF8C-AA993D2451BD}" srcOrd="6" destOrd="0" parTransId="{8925BD6A-E641-46CE-AB29-13E44D3CAEEE}" sibTransId="{703A7912-046E-4B61-AC65-3571870D0DE8}"/>
    <dgm:cxn modelId="{7A56402C-D70C-44ED-BA1B-5D6CE6A09FC7}" srcId="{CC0DD5FE-BEE6-4E01-81F0-9182D1AAC4AF}" destId="{620B91A0-15F4-4B81-B1EA-3DE7BB9195C0}" srcOrd="3" destOrd="0" parTransId="{4D690CE4-3977-495D-A6A9-003FD7CBDA62}" sibTransId="{D4DB9C13-6B16-49E3-9901-CEA5F6C08117}"/>
    <dgm:cxn modelId="{6C79E32E-3DDE-4E81-B9F2-6B45CA7CFFB9}" type="presOf" srcId="{318DAC0D-5E67-43B3-9E15-81B86043B431}" destId="{1E5ADA0A-139C-412A-8B11-F312DD33FFD5}" srcOrd="0" destOrd="0" presId="urn:microsoft.com/office/officeart/2005/8/layout/vList2"/>
    <dgm:cxn modelId="{DF153035-D600-434F-9318-36FFD80C629E}" srcId="{CC0DD5FE-BEE6-4E01-81F0-9182D1AAC4AF}" destId="{4C1BB152-46ED-4950-87EB-1352688D1CA0}" srcOrd="8" destOrd="0" parTransId="{91770653-0B3E-4037-BB84-74A3B41E2FFA}" sibTransId="{48E1325F-1A29-41C8-9B70-1E54958BE486}"/>
    <dgm:cxn modelId="{6FFC1136-DB36-4098-A529-86877357E091}" srcId="{CC0DD5FE-BEE6-4E01-81F0-9182D1AAC4AF}" destId="{B34ACD14-50E6-499F-AB1F-94CFAB3BC8D5}" srcOrd="4" destOrd="0" parTransId="{96A0E127-5E2D-4603-AFE9-6A5431173885}" sibTransId="{C40D6334-CCCE-4897-AC5D-E03B9F7C8E9F}"/>
    <dgm:cxn modelId="{B0340439-DBAF-4FE7-8558-ADD4B8225785}" srcId="{CC0DD5FE-BEE6-4E01-81F0-9182D1AAC4AF}" destId="{A0A24D94-B016-4B70-AFBC-234A8F0045C7}" srcOrd="5" destOrd="0" parTransId="{E406B7C5-04AA-4462-833B-957E8988672B}" sibTransId="{B3CFB3AC-1089-48CD-867B-C004900BBD38}"/>
    <dgm:cxn modelId="{4BDFE85B-4E7E-42A4-9A79-6D00D2DFB1C0}" type="presOf" srcId="{FA3943A4-04D3-4B0E-AF8C-AA993D2451BD}" destId="{A98640C3-0B4F-4165-B40D-78681B67C957}" srcOrd="0" destOrd="0" presId="urn:microsoft.com/office/officeart/2005/8/layout/vList2"/>
    <dgm:cxn modelId="{C1796259-3D47-4FC8-8395-5B8DCA9F5054}" srcId="{CC0DD5FE-BEE6-4E01-81F0-9182D1AAC4AF}" destId="{318DAC0D-5E67-43B3-9E15-81B86043B431}" srcOrd="7" destOrd="0" parTransId="{F5B79B7F-560B-4CD5-A8C2-3E2387A3AB5C}" sibTransId="{579FCB7C-EE0D-4088-8C0B-16C96D0AE332}"/>
    <dgm:cxn modelId="{FACED67D-DEF1-4F34-B9EB-E58404625FD3}" type="presOf" srcId="{BD4F7E68-9F50-4D7E-91CB-8487887B47A2}" destId="{58A01DDD-506A-4FBC-85EC-BCC34B7EA2A4}" srcOrd="0" destOrd="0" presId="urn:microsoft.com/office/officeart/2005/8/layout/vList2"/>
    <dgm:cxn modelId="{8741469D-403E-4420-90DA-A1F71C456990}" type="presOf" srcId="{869CF0E7-545D-4783-8090-84D2A9707EF3}" destId="{D226E57C-09E9-48B0-B90D-3C9D46446302}" srcOrd="0" destOrd="0" presId="urn:microsoft.com/office/officeart/2005/8/layout/vList2"/>
    <dgm:cxn modelId="{0FDD56AF-D160-4498-B87E-8F7A69A9607D}" type="presOf" srcId="{B34ACD14-50E6-499F-AB1F-94CFAB3BC8D5}" destId="{ABDEA30C-9EFD-4411-A0C6-9680D0F8CDE1}" srcOrd="0" destOrd="0" presId="urn:microsoft.com/office/officeart/2005/8/layout/vList2"/>
    <dgm:cxn modelId="{B23F07B3-30B7-435E-A086-9E72FD191AB0}" type="presOf" srcId="{4C1BB152-46ED-4950-87EB-1352688D1CA0}" destId="{A727D647-C0E2-49C1-849A-12BC4C148937}" srcOrd="0" destOrd="0" presId="urn:microsoft.com/office/officeart/2005/8/layout/vList2"/>
    <dgm:cxn modelId="{0D0118B5-CA4F-43EC-9E23-CE9A9CF4EB43}" srcId="{CC0DD5FE-BEE6-4E01-81F0-9182D1AAC4AF}" destId="{12AF4EEA-53C3-42CF-81F3-7E707A67EED4}" srcOrd="0" destOrd="0" parTransId="{F3BEB26F-64B0-4F62-B64A-0121D9C857A4}" sibTransId="{D6883BE5-3EFE-4098-A70B-651EBFA1DFDD}"/>
    <dgm:cxn modelId="{1CF79ECC-9DF5-47F2-B751-D10BA965459F}" srcId="{CC0DD5FE-BEE6-4E01-81F0-9182D1AAC4AF}" destId="{BD4F7E68-9F50-4D7E-91CB-8487887B47A2}" srcOrd="1" destOrd="0" parTransId="{007C2E46-9DCA-4385-9B5E-1730CA7B02CB}" sibTransId="{E34CFB43-CB26-4DC5-891E-31B8C8C61E53}"/>
    <dgm:cxn modelId="{2F8908EC-7581-49F5-9FBF-BA4ECB57B5C1}" srcId="{CC0DD5FE-BEE6-4E01-81F0-9182D1AAC4AF}" destId="{869CF0E7-545D-4783-8090-84D2A9707EF3}" srcOrd="2" destOrd="0" parTransId="{1011BBCF-7C61-4AE9-BC70-0D96F536B684}" sibTransId="{FFF9C693-C522-46F6-A03E-FB6BA32EE479}"/>
    <dgm:cxn modelId="{C567B8F6-520B-4CB1-BCCA-441EC860B4BD}" type="presOf" srcId="{CC0DD5FE-BEE6-4E01-81F0-9182D1AAC4AF}" destId="{6AA7826B-D37B-4C7E-81C4-E0885E5C4727}" srcOrd="0" destOrd="0" presId="urn:microsoft.com/office/officeart/2005/8/layout/vList2"/>
    <dgm:cxn modelId="{C7E09E5A-8FF2-4790-9631-78F770588AB0}" type="presParOf" srcId="{6AA7826B-D37B-4C7E-81C4-E0885E5C4727}" destId="{38A88E7D-239A-467A-8510-A3BB9B867478}" srcOrd="0" destOrd="0" presId="urn:microsoft.com/office/officeart/2005/8/layout/vList2"/>
    <dgm:cxn modelId="{61195829-9ADC-463D-B326-0E9B7BE6074B}" type="presParOf" srcId="{6AA7826B-D37B-4C7E-81C4-E0885E5C4727}" destId="{7EF95C5E-A0C7-4360-8320-60D75685DDA0}" srcOrd="1" destOrd="0" presId="urn:microsoft.com/office/officeart/2005/8/layout/vList2"/>
    <dgm:cxn modelId="{0FB86056-B175-43AF-BD87-B8E2E98BAAB4}" type="presParOf" srcId="{6AA7826B-D37B-4C7E-81C4-E0885E5C4727}" destId="{58A01DDD-506A-4FBC-85EC-BCC34B7EA2A4}" srcOrd="2" destOrd="0" presId="urn:microsoft.com/office/officeart/2005/8/layout/vList2"/>
    <dgm:cxn modelId="{579E17D9-979B-408C-80F0-6494B8CCD2DB}" type="presParOf" srcId="{6AA7826B-D37B-4C7E-81C4-E0885E5C4727}" destId="{AA41A857-2336-44A8-B0DE-E588F8E8C805}" srcOrd="3" destOrd="0" presId="urn:microsoft.com/office/officeart/2005/8/layout/vList2"/>
    <dgm:cxn modelId="{4E267A2D-AFD8-4145-9A9A-52FE767C5BCD}" type="presParOf" srcId="{6AA7826B-D37B-4C7E-81C4-E0885E5C4727}" destId="{D226E57C-09E9-48B0-B90D-3C9D46446302}" srcOrd="4" destOrd="0" presId="urn:microsoft.com/office/officeart/2005/8/layout/vList2"/>
    <dgm:cxn modelId="{1EBBBE7B-CBAF-426C-AFF9-6533180C4F97}" type="presParOf" srcId="{6AA7826B-D37B-4C7E-81C4-E0885E5C4727}" destId="{6A5097DC-7AEF-449C-A6BB-1E2930659F65}" srcOrd="5" destOrd="0" presId="urn:microsoft.com/office/officeart/2005/8/layout/vList2"/>
    <dgm:cxn modelId="{58567A66-A413-4974-8864-19CFD37A84DC}" type="presParOf" srcId="{6AA7826B-D37B-4C7E-81C4-E0885E5C4727}" destId="{2EF9330E-188D-45ED-B7B6-E249664D478A}" srcOrd="6" destOrd="0" presId="urn:microsoft.com/office/officeart/2005/8/layout/vList2"/>
    <dgm:cxn modelId="{4CC2B1FD-FD0F-4E0B-809B-985173F9B411}" type="presParOf" srcId="{6AA7826B-D37B-4C7E-81C4-E0885E5C4727}" destId="{E33E3E45-123C-4658-A576-66326B4B299F}" srcOrd="7" destOrd="0" presId="urn:microsoft.com/office/officeart/2005/8/layout/vList2"/>
    <dgm:cxn modelId="{27363CA1-5153-4CDB-AA4C-443E811F909E}" type="presParOf" srcId="{6AA7826B-D37B-4C7E-81C4-E0885E5C4727}" destId="{ABDEA30C-9EFD-4411-A0C6-9680D0F8CDE1}" srcOrd="8" destOrd="0" presId="urn:microsoft.com/office/officeart/2005/8/layout/vList2"/>
    <dgm:cxn modelId="{A1D4F99D-FCC0-490A-B41F-5425A96094F8}" type="presParOf" srcId="{6AA7826B-D37B-4C7E-81C4-E0885E5C4727}" destId="{F2122ADC-DB9E-4520-A648-3B749F729119}" srcOrd="9" destOrd="0" presId="urn:microsoft.com/office/officeart/2005/8/layout/vList2"/>
    <dgm:cxn modelId="{A5F8418C-A4A5-420A-A2AA-A209AB6BE80F}" type="presParOf" srcId="{6AA7826B-D37B-4C7E-81C4-E0885E5C4727}" destId="{ED08B016-0F0D-4BBA-BC04-FE44861A20CD}" srcOrd="10" destOrd="0" presId="urn:microsoft.com/office/officeart/2005/8/layout/vList2"/>
    <dgm:cxn modelId="{4D7061E8-6A4B-405C-96D4-BC0EB76326D2}" type="presParOf" srcId="{6AA7826B-D37B-4C7E-81C4-E0885E5C4727}" destId="{493F17FB-84FD-4905-9BB7-F513E70AB3CE}" srcOrd="11" destOrd="0" presId="urn:microsoft.com/office/officeart/2005/8/layout/vList2"/>
    <dgm:cxn modelId="{ED7849FD-8818-41FE-9378-FCB5B0D9431D}" type="presParOf" srcId="{6AA7826B-D37B-4C7E-81C4-E0885E5C4727}" destId="{A98640C3-0B4F-4165-B40D-78681B67C957}" srcOrd="12" destOrd="0" presId="urn:microsoft.com/office/officeart/2005/8/layout/vList2"/>
    <dgm:cxn modelId="{1705D53D-ADC7-4A21-BAC0-8339B9582471}" type="presParOf" srcId="{6AA7826B-D37B-4C7E-81C4-E0885E5C4727}" destId="{194FFC64-6313-4D71-BCCE-DDEDB1717A63}" srcOrd="13" destOrd="0" presId="urn:microsoft.com/office/officeart/2005/8/layout/vList2"/>
    <dgm:cxn modelId="{AF6BF243-BF34-4ED7-8510-1F4CEA6E3D84}" type="presParOf" srcId="{6AA7826B-D37B-4C7E-81C4-E0885E5C4727}" destId="{1E5ADA0A-139C-412A-8B11-F312DD33FFD5}" srcOrd="14" destOrd="0" presId="urn:microsoft.com/office/officeart/2005/8/layout/vList2"/>
    <dgm:cxn modelId="{4CB7458F-7864-4DE4-8DF6-6798EC981E3D}" type="presParOf" srcId="{6AA7826B-D37B-4C7E-81C4-E0885E5C4727}" destId="{ACE0D34C-50CD-4627-8F98-F856CCD8F9FE}" srcOrd="15" destOrd="0" presId="urn:microsoft.com/office/officeart/2005/8/layout/vList2"/>
    <dgm:cxn modelId="{B6518768-7642-4E07-B57C-5BAEFE4D22FA}" type="presParOf" srcId="{6AA7826B-D37B-4C7E-81C4-E0885E5C4727}" destId="{A727D647-C0E2-49C1-849A-12BC4C14893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B81E30-D7B4-4940-8A05-969F2578F53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940B17-7EE8-4AED-8DF8-7F6113698E0A}">
      <dgm:prSet/>
      <dgm:spPr/>
      <dgm:t>
        <a:bodyPr/>
        <a:lstStyle/>
        <a:p>
          <a:r>
            <a:rPr lang="en-US"/>
            <a:t>Agile:</a:t>
          </a:r>
        </a:p>
      </dgm:t>
    </dgm:pt>
    <dgm:pt modelId="{F5C4D4F9-9E07-43F4-AC3F-F498E405E997}" type="parTrans" cxnId="{D13D1185-777A-4A38-B907-F5A71BEDDAF7}">
      <dgm:prSet/>
      <dgm:spPr/>
      <dgm:t>
        <a:bodyPr/>
        <a:lstStyle/>
        <a:p>
          <a:endParaRPr lang="en-US"/>
        </a:p>
      </dgm:t>
    </dgm:pt>
    <dgm:pt modelId="{A74B7AC6-0C5F-4EF1-8D18-4F3DE96254B4}" type="sibTrans" cxnId="{D13D1185-777A-4A38-B907-F5A71BEDDAF7}">
      <dgm:prSet/>
      <dgm:spPr/>
      <dgm:t>
        <a:bodyPr/>
        <a:lstStyle/>
        <a:p>
          <a:endParaRPr lang="en-US"/>
        </a:p>
      </dgm:t>
    </dgm:pt>
    <dgm:pt modelId="{8F8D271E-C236-42FF-B27C-BFD64A98B2C8}">
      <dgm:prSet/>
      <dgm:spPr/>
      <dgm:t>
        <a:bodyPr/>
        <a:lstStyle/>
        <a:p>
          <a:r>
            <a:rPr lang="en-US"/>
            <a:t>• Flexible and iterative</a:t>
          </a:r>
        </a:p>
      </dgm:t>
    </dgm:pt>
    <dgm:pt modelId="{5608C79E-B775-4DB3-ABBA-75268163CC54}" type="parTrans" cxnId="{38A9B470-4860-4D09-B15E-5AB7C057F76A}">
      <dgm:prSet/>
      <dgm:spPr/>
      <dgm:t>
        <a:bodyPr/>
        <a:lstStyle/>
        <a:p>
          <a:endParaRPr lang="en-US"/>
        </a:p>
      </dgm:t>
    </dgm:pt>
    <dgm:pt modelId="{02549009-7DB6-4FDA-B3BA-639D4190EDCC}" type="sibTrans" cxnId="{38A9B470-4860-4D09-B15E-5AB7C057F76A}">
      <dgm:prSet/>
      <dgm:spPr/>
      <dgm:t>
        <a:bodyPr/>
        <a:lstStyle/>
        <a:p>
          <a:endParaRPr lang="en-US"/>
        </a:p>
      </dgm:t>
    </dgm:pt>
    <dgm:pt modelId="{8D3C746B-E5AA-4DB0-ABE2-AA9FEE2E41F6}">
      <dgm:prSet/>
      <dgm:spPr/>
      <dgm:t>
        <a:bodyPr/>
        <a:lstStyle/>
        <a:p>
          <a:r>
            <a:rPr lang="en-US"/>
            <a:t>• Continuous customer feedback</a:t>
          </a:r>
        </a:p>
      </dgm:t>
    </dgm:pt>
    <dgm:pt modelId="{08EECDA3-E6AE-4BAC-9CF6-4089322AB6A5}" type="parTrans" cxnId="{372A0B0D-B8BB-4B7E-A890-3C127A2C991C}">
      <dgm:prSet/>
      <dgm:spPr/>
      <dgm:t>
        <a:bodyPr/>
        <a:lstStyle/>
        <a:p>
          <a:endParaRPr lang="en-US"/>
        </a:p>
      </dgm:t>
    </dgm:pt>
    <dgm:pt modelId="{CF2C911F-B444-4B6D-9F81-2335051110D7}" type="sibTrans" cxnId="{372A0B0D-B8BB-4B7E-A890-3C127A2C991C}">
      <dgm:prSet/>
      <dgm:spPr/>
      <dgm:t>
        <a:bodyPr/>
        <a:lstStyle/>
        <a:p>
          <a:endParaRPr lang="en-US"/>
        </a:p>
      </dgm:t>
    </dgm:pt>
    <dgm:pt modelId="{E09EC5E1-FF8D-44DF-8E5A-0A6EA68AC7F9}">
      <dgm:prSet/>
      <dgm:spPr/>
      <dgm:t>
        <a:bodyPr/>
        <a:lstStyle/>
        <a:p>
          <a:r>
            <a:rPr lang="en-US"/>
            <a:t>• Early and frequent testing</a:t>
          </a:r>
        </a:p>
      </dgm:t>
    </dgm:pt>
    <dgm:pt modelId="{1759703D-E38E-4693-A9CA-585A524EF617}" type="parTrans" cxnId="{C9A23285-4D67-46C0-9E0B-4BF1157D7543}">
      <dgm:prSet/>
      <dgm:spPr/>
      <dgm:t>
        <a:bodyPr/>
        <a:lstStyle/>
        <a:p>
          <a:endParaRPr lang="en-US"/>
        </a:p>
      </dgm:t>
    </dgm:pt>
    <dgm:pt modelId="{10CCA357-C227-43F9-ADA7-CCCC57A7BA3D}" type="sibTrans" cxnId="{C9A23285-4D67-46C0-9E0B-4BF1157D7543}">
      <dgm:prSet/>
      <dgm:spPr/>
      <dgm:t>
        <a:bodyPr/>
        <a:lstStyle/>
        <a:p>
          <a:endParaRPr lang="en-US"/>
        </a:p>
      </dgm:t>
    </dgm:pt>
    <dgm:pt modelId="{194677EE-7B06-45B1-A28E-E1EAA9AC1998}">
      <dgm:prSet/>
      <dgm:spPr/>
      <dgm:t>
        <a:bodyPr/>
        <a:lstStyle/>
        <a:p>
          <a:r>
            <a:rPr lang="en-US"/>
            <a:t>Waterfall:</a:t>
          </a:r>
        </a:p>
      </dgm:t>
    </dgm:pt>
    <dgm:pt modelId="{3CEC937A-F4EB-4AF4-A526-63FE9E2111E4}" type="parTrans" cxnId="{D670AD19-36CC-4560-BDEF-0318C0FB2580}">
      <dgm:prSet/>
      <dgm:spPr/>
      <dgm:t>
        <a:bodyPr/>
        <a:lstStyle/>
        <a:p>
          <a:endParaRPr lang="en-US"/>
        </a:p>
      </dgm:t>
    </dgm:pt>
    <dgm:pt modelId="{0D45EFF8-C67E-42C4-8FFF-754CDF090710}" type="sibTrans" cxnId="{D670AD19-36CC-4560-BDEF-0318C0FB2580}">
      <dgm:prSet/>
      <dgm:spPr/>
      <dgm:t>
        <a:bodyPr/>
        <a:lstStyle/>
        <a:p>
          <a:endParaRPr lang="en-US"/>
        </a:p>
      </dgm:t>
    </dgm:pt>
    <dgm:pt modelId="{90766A45-5E0A-4624-B866-FECB8775D4A5}">
      <dgm:prSet/>
      <dgm:spPr/>
      <dgm:t>
        <a:bodyPr/>
        <a:lstStyle/>
        <a:p>
          <a:r>
            <a:rPr lang="en-US"/>
            <a:t>• Structured and linear</a:t>
          </a:r>
        </a:p>
      </dgm:t>
    </dgm:pt>
    <dgm:pt modelId="{2404D629-8B15-45B4-8247-3B5DDA9E8EE4}" type="parTrans" cxnId="{C4059E8E-F819-44A0-A880-E3E7BCE28903}">
      <dgm:prSet/>
      <dgm:spPr/>
      <dgm:t>
        <a:bodyPr/>
        <a:lstStyle/>
        <a:p>
          <a:endParaRPr lang="en-US"/>
        </a:p>
      </dgm:t>
    </dgm:pt>
    <dgm:pt modelId="{79EE3C3D-F4DC-496A-BF21-89B10E53AF3D}" type="sibTrans" cxnId="{C4059E8E-F819-44A0-A880-E3E7BCE28903}">
      <dgm:prSet/>
      <dgm:spPr/>
      <dgm:t>
        <a:bodyPr/>
        <a:lstStyle/>
        <a:p>
          <a:endParaRPr lang="en-US"/>
        </a:p>
      </dgm:t>
    </dgm:pt>
    <dgm:pt modelId="{FBDA46CD-B99F-4789-9B4E-197CBB7B797A}">
      <dgm:prSet/>
      <dgm:spPr/>
      <dgm:t>
        <a:bodyPr/>
        <a:lstStyle/>
        <a:p>
          <a:r>
            <a:rPr lang="en-US"/>
            <a:t>• Limited feedback opportunities</a:t>
          </a:r>
        </a:p>
      </dgm:t>
    </dgm:pt>
    <dgm:pt modelId="{0185857D-E5BC-4B92-9ACD-41BAF18A0B13}" type="parTrans" cxnId="{252467B7-3D0A-4C8F-A665-CE20621D0D9F}">
      <dgm:prSet/>
      <dgm:spPr/>
      <dgm:t>
        <a:bodyPr/>
        <a:lstStyle/>
        <a:p>
          <a:endParaRPr lang="en-US"/>
        </a:p>
      </dgm:t>
    </dgm:pt>
    <dgm:pt modelId="{61B1DAFC-AC5D-42DE-8319-FC85BAF76FD3}" type="sibTrans" cxnId="{252467B7-3D0A-4C8F-A665-CE20621D0D9F}">
      <dgm:prSet/>
      <dgm:spPr/>
      <dgm:t>
        <a:bodyPr/>
        <a:lstStyle/>
        <a:p>
          <a:endParaRPr lang="en-US"/>
        </a:p>
      </dgm:t>
    </dgm:pt>
    <dgm:pt modelId="{115EAFB1-B96F-4A3F-81CD-F784007CBE0A}">
      <dgm:prSet/>
      <dgm:spPr/>
      <dgm:t>
        <a:bodyPr/>
        <a:lstStyle/>
        <a:p>
          <a:r>
            <a:rPr lang="en-US"/>
            <a:t>• Testing near the end</a:t>
          </a:r>
        </a:p>
      </dgm:t>
    </dgm:pt>
    <dgm:pt modelId="{4313520B-ABCC-4F07-808A-A3C0B08494C4}" type="parTrans" cxnId="{0023E331-2190-4A4A-8D59-04D25D10F96D}">
      <dgm:prSet/>
      <dgm:spPr/>
      <dgm:t>
        <a:bodyPr/>
        <a:lstStyle/>
        <a:p>
          <a:endParaRPr lang="en-US"/>
        </a:p>
      </dgm:t>
    </dgm:pt>
    <dgm:pt modelId="{95198931-9C8B-4862-AE89-EBDC0A829905}" type="sibTrans" cxnId="{0023E331-2190-4A4A-8D59-04D25D10F96D}">
      <dgm:prSet/>
      <dgm:spPr/>
      <dgm:t>
        <a:bodyPr/>
        <a:lstStyle/>
        <a:p>
          <a:endParaRPr lang="en-US"/>
        </a:p>
      </dgm:t>
    </dgm:pt>
    <dgm:pt modelId="{8D12C7C6-ACE9-4639-826C-F4F1669D3E7D}" type="pres">
      <dgm:prSet presAssocID="{38B81E30-D7B4-4940-8A05-969F2578F533}" presName="root" presStyleCnt="0">
        <dgm:presLayoutVars>
          <dgm:dir/>
          <dgm:resizeHandles val="exact"/>
        </dgm:presLayoutVars>
      </dgm:prSet>
      <dgm:spPr/>
    </dgm:pt>
    <dgm:pt modelId="{18D3BD88-17FA-47A9-92D0-37A221AB105D}" type="pres">
      <dgm:prSet presAssocID="{E2940B17-7EE8-4AED-8DF8-7F6113698E0A}" presName="compNode" presStyleCnt="0"/>
      <dgm:spPr/>
    </dgm:pt>
    <dgm:pt modelId="{121D815D-A886-4CEA-8003-881A75311D98}" type="pres">
      <dgm:prSet presAssocID="{E2940B17-7EE8-4AED-8DF8-7F6113698E0A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9DB0277C-03A6-4C4D-AEAF-9CE1877862A2}" type="pres">
      <dgm:prSet presAssocID="{E2940B17-7EE8-4AED-8DF8-7F6113698E0A}" presName="spaceRect" presStyleCnt="0"/>
      <dgm:spPr/>
    </dgm:pt>
    <dgm:pt modelId="{735950CD-0F8B-4432-B94D-7DB5A4C78D23}" type="pres">
      <dgm:prSet presAssocID="{E2940B17-7EE8-4AED-8DF8-7F6113698E0A}" presName="textRect" presStyleLbl="revTx" presStyleIdx="0" presStyleCnt="8">
        <dgm:presLayoutVars>
          <dgm:chMax val="1"/>
          <dgm:chPref val="1"/>
        </dgm:presLayoutVars>
      </dgm:prSet>
      <dgm:spPr/>
    </dgm:pt>
    <dgm:pt modelId="{C6991F14-5C97-4D8D-9EDA-21B19451723A}" type="pres">
      <dgm:prSet presAssocID="{A74B7AC6-0C5F-4EF1-8D18-4F3DE96254B4}" presName="sibTrans" presStyleCnt="0"/>
      <dgm:spPr/>
    </dgm:pt>
    <dgm:pt modelId="{5D6146C4-A386-4B79-88F0-37EA5BCC206D}" type="pres">
      <dgm:prSet presAssocID="{8F8D271E-C236-42FF-B27C-BFD64A98B2C8}" presName="compNode" presStyleCnt="0"/>
      <dgm:spPr/>
    </dgm:pt>
    <dgm:pt modelId="{AF630363-434C-4882-AF12-F6CA51376A54}" type="pres">
      <dgm:prSet presAssocID="{8F8D271E-C236-42FF-B27C-BFD64A98B2C8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2229F935-AAAB-4DE2-A1F1-28FFF9794739}" type="pres">
      <dgm:prSet presAssocID="{8F8D271E-C236-42FF-B27C-BFD64A98B2C8}" presName="spaceRect" presStyleCnt="0"/>
      <dgm:spPr/>
    </dgm:pt>
    <dgm:pt modelId="{13BB17C1-2BA8-46B9-A0BF-05DBFF5D93A3}" type="pres">
      <dgm:prSet presAssocID="{8F8D271E-C236-42FF-B27C-BFD64A98B2C8}" presName="textRect" presStyleLbl="revTx" presStyleIdx="1" presStyleCnt="8">
        <dgm:presLayoutVars>
          <dgm:chMax val="1"/>
          <dgm:chPref val="1"/>
        </dgm:presLayoutVars>
      </dgm:prSet>
      <dgm:spPr/>
    </dgm:pt>
    <dgm:pt modelId="{1070359F-7DA5-493F-ACA4-812973E81BEC}" type="pres">
      <dgm:prSet presAssocID="{02549009-7DB6-4FDA-B3BA-639D4190EDCC}" presName="sibTrans" presStyleCnt="0"/>
      <dgm:spPr/>
    </dgm:pt>
    <dgm:pt modelId="{F615EA7B-86C1-4D37-A3E3-89A9D73388E8}" type="pres">
      <dgm:prSet presAssocID="{8D3C746B-E5AA-4DB0-ABE2-AA9FEE2E41F6}" presName="compNode" presStyleCnt="0"/>
      <dgm:spPr/>
    </dgm:pt>
    <dgm:pt modelId="{1610882E-4C11-48A1-ABC7-D0A56A7F4353}" type="pres">
      <dgm:prSet presAssocID="{8D3C746B-E5AA-4DB0-ABE2-AA9FEE2E41F6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1C9329F-A401-4685-BD17-067A17841ED0}" type="pres">
      <dgm:prSet presAssocID="{8D3C746B-E5AA-4DB0-ABE2-AA9FEE2E41F6}" presName="spaceRect" presStyleCnt="0"/>
      <dgm:spPr/>
    </dgm:pt>
    <dgm:pt modelId="{1602C277-CC0F-476F-9A8E-AD592C5C7F5B}" type="pres">
      <dgm:prSet presAssocID="{8D3C746B-E5AA-4DB0-ABE2-AA9FEE2E41F6}" presName="textRect" presStyleLbl="revTx" presStyleIdx="2" presStyleCnt="8">
        <dgm:presLayoutVars>
          <dgm:chMax val="1"/>
          <dgm:chPref val="1"/>
        </dgm:presLayoutVars>
      </dgm:prSet>
      <dgm:spPr/>
    </dgm:pt>
    <dgm:pt modelId="{17300237-7310-4ECC-9D2C-0E1397DE5031}" type="pres">
      <dgm:prSet presAssocID="{CF2C911F-B444-4B6D-9F81-2335051110D7}" presName="sibTrans" presStyleCnt="0"/>
      <dgm:spPr/>
    </dgm:pt>
    <dgm:pt modelId="{BF76542F-8051-48EB-A65B-7D80BA3C6EA3}" type="pres">
      <dgm:prSet presAssocID="{E09EC5E1-FF8D-44DF-8E5A-0A6EA68AC7F9}" presName="compNode" presStyleCnt="0"/>
      <dgm:spPr/>
    </dgm:pt>
    <dgm:pt modelId="{605C5026-F761-47DE-AB7F-88EE072CD8ED}" type="pres">
      <dgm:prSet presAssocID="{E09EC5E1-FF8D-44DF-8E5A-0A6EA68AC7F9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DE546EC-C917-4E5E-B8AA-68C5C1093B2F}" type="pres">
      <dgm:prSet presAssocID="{E09EC5E1-FF8D-44DF-8E5A-0A6EA68AC7F9}" presName="spaceRect" presStyleCnt="0"/>
      <dgm:spPr/>
    </dgm:pt>
    <dgm:pt modelId="{94580F6C-8854-4995-ADDC-EE9622F62B56}" type="pres">
      <dgm:prSet presAssocID="{E09EC5E1-FF8D-44DF-8E5A-0A6EA68AC7F9}" presName="textRect" presStyleLbl="revTx" presStyleIdx="3" presStyleCnt="8">
        <dgm:presLayoutVars>
          <dgm:chMax val="1"/>
          <dgm:chPref val="1"/>
        </dgm:presLayoutVars>
      </dgm:prSet>
      <dgm:spPr/>
    </dgm:pt>
    <dgm:pt modelId="{60CF920A-E16F-4CE7-A864-EBC3A214FFD6}" type="pres">
      <dgm:prSet presAssocID="{10CCA357-C227-43F9-ADA7-CCCC57A7BA3D}" presName="sibTrans" presStyleCnt="0"/>
      <dgm:spPr/>
    </dgm:pt>
    <dgm:pt modelId="{C33B348E-762F-4989-A414-90CB4E1AC186}" type="pres">
      <dgm:prSet presAssocID="{194677EE-7B06-45B1-A28E-E1EAA9AC1998}" presName="compNode" presStyleCnt="0"/>
      <dgm:spPr/>
    </dgm:pt>
    <dgm:pt modelId="{EE8E2638-0BEE-4B05-83FC-20F2139D75F1}" type="pres">
      <dgm:prSet presAssocID="{194677EE-7B06-45B1-A28E-E1EAA9AC1998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6F932F88-C33E-45A8-9536-BED11AEA055C}" type="pres">
      <dgm:prSet presAssocID="{194677EE-7B06-45B1-A28E-E1EAA9AC1998}" presName="spaceRect" presStyleCnt="0"/>
      <dgm:spPr/>
    </dgm:pt>
    <dgm:pt modelId="{23CDA4AD-9AF4-4005-8630-1499D8BDE8C5}" type="pres">
      <dgm:prSet presAssocID="{194677EE-7B06-45B1-A28E-E1EAA9AC1998}" presName="textRect" presStyleLbl="revTx" presStyleIdx="4" presStyleCnt="8">
        <dgm:presLayoutVars>
          <dgm:chMax val="1"/>
          <dgm:chPref val="1"/>
        </dgm:presLayoutVars>
      </dgm:prSet>
      <dgm:spPr/>
    </dgm:pt>
    <dgm:pt modelId="{1ABE75F9-3774-4059-B7AB-2A79CC2D66F2}" type="pres">
      <dgm:prSet presAssocID="{0D45EFF8-C67E-42C4-8FFF-754CDF090710}" presName="sibTrans" presStyleCnt="0"/>
      <dgm:spPr/>
    </dgm:pt>
    <dgm:pt modelId="{023F806F-7F5B-4E25-B43F-8C87CABD2ABE}" type="pres">
      <dgm:prSet presAssocID="{90766A45-5E0A-4624-B866-FECB8775D4A5}" presName="compNode" presStyleCnt="0"/>
      <dgm:spPr/>
    </dgm:pt>
    <dgm:pt modelId="{92B2E342-F126-44A3-8FD2-631323EC2B44}" type="pres">
      <dgm:prSet presAssocID="{90766A45-5E0A-4624-B866-FECB8775D4A5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096E794-2496-4229-84E9-4A5CB7335385}" type="pres">
      <dgm:prSet presAssocID="{90766A45-5E0A-4624-B866-FECB8775D4A5}" presName="spaceRect" presStyleCnt="0"/>
      <dgm:spPr/>
    </dgm:pt>
    <dgm:pt modelId="{5CBDEED3-C48E-475B-B502-61EA2AC8D86D}" type="pres">
      <dgm:prSet presAssocID="{90766A45-5E0A-4624-B866-FECB8775D4A5}" presName="textRect" presStyleLbl="revTx" presStyleIdx="5" presStyleCnt="8">
        <dgm:presLayoutVars>
          <dgm:chMax val="1"/>
          <dgm:chPref val="1"/>
        </dgm:presLayoutVars>
      </dgm:prSet>
      <dgm:spPr/>
    </dgm:pt>
    <dgm:pt modelId="{C4CBF6B4-6DC3-442D-ADE4-9C04D26DB72F}" type="pres">
      <dgm:prSet presAssocID="{79EE3C3D-F4DC-496A-BF21-89B10E53AF3D}" presName="sibTrans" presStyleCnt="0"/>
      <dgm:spPr/>
    </dgm:pt>
    <dgm:pt modelId="{782B8119-FB5E-415D-AF42-FF2731DD81EA}" type="pres">
      <dgm:prSet presAssocID="{FBDA46CD-B99F-4789-9B4E-197CBB7B797A}" presName="compNode" presStyleCnt="0"/>
      <dgm:spPr/>
    </dgm:pt>
    <dgm:pt modelId="{9BA5DEAE-A9F3-4291-A1BE-9B854F429A1A}" type="pres">
      <dgm:prSet presAssocID="{FBDA46CD-B99F-4789-9B4E-197CBB7B797A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0EDB642-F427-4241-9671-3F8FCC87BB8E}" type="pres">
      <dgm:prSet presAssocID="{FBDA46CD-B99F-4789-9B4E-197CBB7B797A}" presName="spaceRect" presStyleCnt="0"/>
      <dgm:spPr/>
    </dgm:pt>
    <dgm:pt modelId="{9F0E1D67-BEED-4CCA-9491-EDDDD6ED0816}" type="pres">
      <dgm:prSet presAssocID="{FBDA46CD-B99F-4789-9B4E-197CBB7B797A}" presName="textRect" presStyleLbl="revTx" presStyleIdx="6" presStyleCnt="8">
        <dgm:presLayoutVars>
          <dgm:chMax val="1"/>
          <dgm:chPref val="1"/>
        </dgm:presLayoutVars>
      </dgm:prSet>
      <dgm:spPr/>
    </dgm:pt>
    <dgm:pt modelId="{7058088A-7E3E-42F1-BBE6-C9D4B9026B5F}" type="pres">
      <dgm:prSet presAssocID="{61B1DAFC-AC5D-42DE-8319-FC85BAF76FD3}" presName="sibTrans" presStyleCnt="0"/>
      <dgm:spPr/>
    </dgm:pt>
    <dgm:pt modelId="{324A1E2B-6554-4194-8693-E414B8AFC87D}" type="pres">
      <dgm:prSet presAssocID="{115EAFB1-B96F-4A3F-81CD-F784007CBE0A}" presName="compNode" presStyleCnt="0"/>
      <dgm:spPr/>
    </dgm:pt>
    <dgm:pt modelId="{BED0AD28-3020-456F-93E9-F62FD5FC7FD7}" type="pres">
      <dgm:prSet presAssocID="{115EAFB1-B96F-4A3F-81CD-F784007CBE0A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86621587-2B24-4961-B424-3F5EB8DF2135}" type="pres">
      <dgm:prSet presAssocID="{115EAFB1-B96F-4A3F-81CD-F784007CBE0A}" presName="spaceRect" presStyleCnt="0"/>
      <dgm:spPr/>
    </dgm:pt>
    <dgm:pt modelId="{448E9300-171D-4EAF-9DDC-991D98C7F4A7}" type="pres">
      <dgm:prSet presAssocID="{115EAFB1-B96F-4A3F-81CD-F784007CBE0A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72A0B0D-B8BB-4B7E-A890-3C127A2C991C}" srcId="{38B81E30-D7B4-4940-8A05-969F2578F533}" destId="{8D3C746B-E5AA-4DB0-ABE2-AA9FEE2E41F6}" srcOrd="2" destOrd="0" parTransId="{08EECDA3-E6AE-4BAC-9CF6-4089322AB6A5}" sibTransId="{CF2C911F-B444-4B6D-9F81-2335051110D7}"/>
    <dgm:cxn modelId="{36806D0D-8EEB-4598-BB77-EE32348B5588}" type="presOf" srcId="{E09EC5E1-FF8D-44DF-8E5A-0A6EA68AC7F9}" destId="{94580F6C-8854-4995-ADDC-EE9622F62B56}" srcOrd="0" destOrd="0" presId="urn:microsoft.com/office/officeart/2018/2/layout/IconLabelList"/>
    <dgm:cxn modelId="{CD7C1713-D1B6-44EF-9866-7E4602281D33}" type="presOf" srcId="{8D3C746B-E5AA-4DB0-ABE2-AA9FEE2E41F6}" destId="{1602C277-CC0F-476F-9A8E-AD592C5C7F5B}" srcOrd="0" destOrd="0" presId="urn:microsoft.com/office/officeart/2018/2/layout/IconLabelList"/>
    <dgm:cxn modelId="{D670AD19-36CC-4560-BDEF-0318C0FB2580}" srcId="{38B81E30-D7B4-4940-8A05-969F2578F533}" destId="{194677EE-7B06-45B1-A28E-E1EAA9AC1998}" srcOrd="4" destOrd="0" parTransId="{3CEC937A-F4EB-4AF4-A526-63FE9E2111E4}" sibTransId="{0D45EFF8-C67E-42C4-8FFF-754CDF090710}"/>
    <dgm:cxn modelId="{854C812B-FD02-4BB3-B7ED-AA21759F95BD}" type="presOf" srcId="{38B81E30-D7B4-4940-8A05-969F2578F533}" destId="{8D12C7C6-ACE9-4639-826C-F4F1669D3E7D}" srcOrd="0" destOrd="0" presId="urn:microsoft.com/office/officeart/2018/2/layout/IconLabelList"/>
    <dgm:cxn modelId="{0023E331-2190-4A4A-8D59-04D25D10F96D}" srcId="{38B81E30-D7B4-4940-8A05-969F2578F533}" destId="{115EAFB1-B96F-4A3F-81CD-F784007CBE0A}" srcOrd="7" destOrd="0" parTransId="{4313520B-ABCC-4F07-808A-A3C0B08494C4}" sibTransId="{95198931-9C8B-4862-AE89-EBDC0A829905}"/>
    <dgm:cxn modelId="{4DD7E94A-F116-4123-B3FB-B5900DCC5921}" type="presOf" srcId="{194677EE-7B06-45B1-A28E-E1EAA9AC1998}" destId="{23CDA4AD-9AF4-4005-8630-1499D8BDE8C5}" srcOrd="0" destOrd="0" presId="urn:microsoft.com/office/officeart/2018/2/layout/IconLabelList"/>
    <dgm:cxn modelId="{38A9B470-4860-4D09-B15E-5AB7C057F76A}" srcId="{38B81E30-D7B4-4940-8A05-969F2578F533}" destId="{8F8D271E-C236-42FF-B27C-BFD64A98B2C8}" srcOrd="1" destOrd="0" parTransId="{5608C79E-B775-4DB3-ABBA-75268163CC54}" sibTransId="{02549009-7DB6-4FDA-B3BA-639D4190EDCC}"/>
    <dgm:cxn modelId="{D13D1185-777A-4A38-B907-F5A71BEDDAF7}" srcId="{38B81E30-D7B4-4940-8A05-969F2578F533}" destId="{E2940B17-7EE8-4AED-8DF8-7F6113698E0A}" srcOrd="0" destOrd="0" parTransId="{F5C4D4F9-9E07-43F4-AC3F-F498E405E997}" sibTransId="{A74B7AC6-0C5F-4EF1-8D18-4F3DE96254B4}"/>
    <dgm:cxn modelId="{C9A23285-4D67-46C0-9E0B-4BF1157D7543}" srcId="{38B81E30-D7B4-4940-8A05-969F2578F533}" destId="{E09EC5E1-FF8D-44DF-8E5A-0A6EA68AC7F9}" srcOrd="3" destOrd="0" parTransId="{1759703D-E38E-4693-A9CA-585A524EF617}" sibTransId="{10CCA357-C227-43F9-ADA7-CCCC57A7BA3D}"/>
    <dgm:cxn modelId="{C4059E8E-F819-44A0-A880-E3E7BCE28903}" srcId="{38B81E30-D7B4-4940-8A05-969F2578F533}" destId="{90766A45-5E0A-4624-B866-FECB8775D4A5}" srcOrd="5" destOrd="0" parTransId="{2404D629-8B15-45B4-8247-3B5DDA9E8EE4}" sibTransId="{79EE3C3D-F4DC-496A-BF21-89B10E53AF3D}"/>
    <dgm:cxn modelId="{C6C93D9B-C4C9-4E49-BCDF-45D562844CF0}" type="presOf" srcId="{E2940B17-7EE8-4AED-8DF8-7F6113698E0A}" destId="{735950CD-0F8B-4432-B94D-7DB5A4C78D23}" srcOrd="0" destOrd="0" presId="urn:microsoft.com/office/officeart/2018/2/layout/IconLabelList"/>
    <dgm:cxn modelId="{CA198DA6-7F4D-40EB-BD7B-2CE44FB6CA8F}" type="presOf" srcId="{90766A45-5E0A-4624-B866-FECB8775D4A5}" destId="{5CBDEED3-C48E-475B-B502-61EA2AC8D86D}" srcOrd="0" destOrd="0" presId="urn:microsoft.com/office/officeart/2018/2/layout/IconLabelList"/>
    <dgm:cxn modelId="{DD176AAA-A0A1-4E3A-81EF-F94BC8E40B13}" type="presOf" srcId="{8F8D271E-C236-42FF-B27C-BFD64A98B2C8}" destId="{13BB17C1-2BA8-46B9-A0BF-05DBFF5D93A3}" srcOrd="0" destOrd="0" presId="urn:microsoft.com/office/officeart/2018/2/layout/IconLabelList"/>
    <dgm:cxn modelId="{252467B7-3D0A-4C8F-A665-CE20621D0D9F}" srcId="{38B81E30-D7B4-4940-8A05-969F2578F533}" destId="{FBDA46CD-B99F-4789-9B4E-197CBB7B797A}" srcOrd="6" destOrd="0" parTransId="{0185857D-E5BC-4B92-9ACD-41BAF18A0B13}" sibTransId="{61B1DAFC-AC5D-42DE-8319-FC85BAF76FD3}"/>
    <dgm:cxn modelId="{A85DD3CE-207E-4CDD-902C-13FAEDABE1A7}" type="presOf" srcId="{FBDA46CD-B99F-4789-9B4E-197CBB7B797A}" destId="{9F0E1D67-BEED-4CCA-9491-EDDDD6ED0816}" srcOrd="0" destOrd="0" presId="urn:microsoft.com/office/officeart/2018/2/layout/IconLabelList"/>
    <dgm:cxn modelId="{A5C811FA-01DB-4D2F-A823-C444C77A2A35}" type="presOf" srcId="{115EAFB1-B96F-4A3F-81CD-F784007CBE0A}" destId="{448E9300-171D-4EAF-9DDC-991D98C7F4A7}" srcOrd="0" destOrd="0" presId="urn:microsoft.com/office/officeart/2018/2/layout/IconLabelList"/>
    <dgm:cxn modelId="{4558EBF8-23A8-42F7-8BFA-9D8E60FF5719}" type="presParOf" srcId="{8D12C7C6-ACE9-4639-826C-F4F1669D3E7D}" destId="{18D3BD88-17FA-47A9-92D0-37A221AB105D}" srcOrd="0" destOrd="0" presId="urn:microsoft.com/office/officeart/2018/2/layout/IconLabelList"/>
    <dgm:cxn modelId="{031F6BA1-AA0E-408C-B34C-B8D8359CBB83}" type="presParOf" srcId="{18D3BD88-17FA-47A9-92D0-37A221AB105D}" destId="{121D815D-A886-4CEA-8003-881A75311D98}" srcOrd="0" destOrd="0" presId="urn:microsoft.com/office/officeart/2018/2/layout/IconLabelList"/>
    <dgm:cxn modelId="{3BDBE3BD-70BC-4F7B-BEB8-714CE88C2FC5}" type="presParOf" srcId="{18D3BD88-17FA-47A9-92D0-37A221AB105D}" destId="{9DB0277C-03A6-4C4D-AEAF-9CE1877862A2}" srcOrd="1" destOrd="0" presId="urn:microsoft.com/office/officeart/2018/2/layout/IconLabelList"/>
    <dgm:cxn modelId="{567A983F-6CDD-4D4B-ABA5-50A16AFA0DA8}" type="presParOf" srcId="{18D3BD88-17FA-47A9-92D0-37A221AB105D}" destId="{735950CD-0F8B-4432-B94D-7DB5A4C78D23}" srcOrd="2" destOrd="0" presId="urn:microsoft.com/office/officeart/2018/2/layout/IconLabelList"/>
    <dgm:cxn modelId="{DD412136-3500-4D22-9C4E-6C1D26B4BC9E}" type="presParOf" srcId="{8D12C7C6-ACE9-4639-826C-F4F1669D3E7D}" destId="{C6991F14-5C97-4D8D-9EDA-21B19451723A}" srcOrd="1" destOrd="0" presId="urn:microsoft.com/office/officeart/2018/2/layout/IconLabelList"/>
    <dgm:cxn modelId="{0FF98682-7E07-47FD-88A3-5535209F0CAF}" type="presParOf" srcId="{8D12C7C6-ACE9-4639-826C-F4F1669D3E7D}" destId="{5D6146C4-A386-4B79-88F0-37EA5BCC206D}" srcOrd="2" destOrd="0" presId="urn:microsoft.com/office/officeart/2018/2/layout/IconLabelList"/>
    <dgm:cxn modelId="{1F1169F7-E290-4033-B83E-7C1793DDC65D}" type="presParOf" srcId="{5D6146C4-A386-4B79-88F0-37EA5BCC206D}" destId="{AF630363-434C-4882-AF12-F6CA51376A54}" srcOrd="0" destOrd="0" presId="urn:microsoft.com/office/officeart/2018/2/layout/IconLabelList"/>
    <dgm:cxn modelId="{0C23AD46-B290-4B87-896E-CEC32FBE6264}" type="presParOf" srcId="{5D6146C4-A386-4B79-88F0-37EA5BCC206D}" destId="{2229F935-AAAB-4DE2-A1F1-28FFF9794739}" srcOrd="1" destOrd="0" presId="urn:microsoft.com/office/officeart/2018/2/layout/IconLabelList"/>
    <dgm:cxn modelId="{FD0925CC-3EC8-41D9-A710-5ADC1159AF0B}" type="presParOf" srcId="{5D6146C4-A386-4B79-88F0-37EA5BCC206D}" destId="{13BB17C1-2BA8-46B9-A0BF-05DBFF5D93A3}" srcOrd="2" destOrd="0" presId="urn:microsoft.com/office/officeart/2018/2/layout/IconLabelList"/>
    <dgm:cxn modelId="{FC38C8DC-0F8B-4E7E-B59D-D6F02978D272}" type="presParOf" srcId="{8D12C7C6-ACE9-4639-826C-F4F1669D3E7D}" destId="{1070359F-7DA5-493F-ACA4-812973E81BEC}" srcOrd="3" destOrd="0" presId="urn:microsoft.com/office/officeart/2018/2/layout/IconLabelList"/>
    <dgm:cxn modelId="{643B03CB-04F7-4713-B26F-CDEEE00167E9}" type="presParOf" srcId="{8D12C7C6-ACE9-4639-826C-F4F1669D3E7D}" destId="{F615EA7B-86C1-4D37-A3E3-89A9D73388E8}" srcOrd="4" destOrd="0" presId="urn:microsoft.com/office/officeart/2018/2/layout/IconLabelList"/>
    <dgm:cxn modelId="{CB3E4A02-81AB-4237-88A3-B29CA220A7E5}" type="presParOf" srcId="{F615EA7B-86C1-4D37-A3E3-89A9D73388E8}" destId="{1610882E-4C11-48A1-ABC7-D0A56A7F4353}" srcOrd="0" destOrd="0" presId="urn:microsoft.com/office/officeart/2018/2/layout/IconLabelList"/>
    <dgm:cxn modelId="{01D5BDDE-DC89-4FE5-BA04-827CB617F7D1}" type="presParOf" srcId="{F615EA7B-86C1-4D37-A3E3-89A9D73388E8}" destId="{C1C9329F-A401-4685-BD17-067A17841ED0}" srcOrd="1" destOrd="0" presId="urn:microsoft.com/office/officeart/2018/2/layout/IconLabelList"/>
    <dgm:cxn modelId="{29D8EA38-4F31-4C98-97B7-A12143205EDB}" type="presParOf" srcId="{F615EA7B-86C1-4D37-A3E3-89A9D73388E8}" destId="{1602C277-CC0F-476F-9A8E-AD592C5C7F5B}" srcOrd="2" destOrd="0" presId="urn:microsoft.com/office/officeart/2018/2/layout/IconLabelList"/>
    <dgm:cxn modelId="{70C35773-3CF9-457D-9BE2-0DBFB7AF40F4}" type="presParOf" srcId="{8D12C7C6-ACE9-4639-826C-F4F1669D3E7D}" destId="{17300237-7310-4ECC-9D2C-0E1397DE5031}" srcOrd="5" destOrd="0" presId="urn:microsoft.com/office/officeart/2018/2/layout/IconLabelList"/>
    <dgm:cxn modelId="{DC05F6E3-99B8-4387-A1A1-78529CA2054C}" type="presParOf" srcId="{8D12C7C6-ACE9-4639-826C-F4F1669D3E7D}" destId="{BF76542F-8051-48EB-A65B-7D80BA3C6EA3}" srcOrd="6" destOrd="0" presId="urn:microsoft.com/office/officeart/2018/2/layout/IconLabelList"/>
    <dgm:cxn modelId="{2B2A359E-0455-4879-8A0F-6797CD91BF8F}" type="presParOf" srcId="{BF76542F-8051-48EB-A65B-7D80BA3C6EA3}" destId="{605C5026-F761-47DE-AB7F-88EE072CD8ED}" srcOrd="0" destOrd="0" presId="urn:microsoft.com/office/officeart/2018/2/layout/IconLabelList"/>
    <dgm:cxn modelId="{63794D2C-70BC-4854-8AE5-72CDAB95388F}" type="presParOf" srcId="{BF76542F-8051-48EB-A65B-7D80BA3C6EA3}" destId="{EDE546EC-C917-4E5E-B8AA-68C5C1093B2F}" srcOrd="1" destOrd="0" presId="urn:microsoft.com/office/officeart/2018/2/layout/IconLabelList"/>
    <dgm:cxn modelId="{4BA104BC-B317-4E8B-9D82-A772EE56BAF9}" type="presParOf" srcId="{BF76542F-8051-48EB-A65B-7D80BA3C6EA3}" destId="{94580F6C-8854-4995-ADDC-EE9622F62B56}" srcOrd="2" destOrd="0" presId="urn:microsoft.com/office/officeart/2018/2/layout/IconLabelList"/>
    <dgm:cxn modelId="{A6798775-234F-42B7-9A83-1FCDD720D5C0}" type="presParOf" srcId="{8D12C7C6-ACE9-4639-826C-F4F1669D3E7D}" destId="{60CF920A-E16F-4CE7-A864-EBC3A214FFD6}" srcOrd="7" destOrd="0" presId="urn:microsoft.com/office/officeart/2018/2/layout/IconLabelList"/>
    <dgm:cxn modelId="{D7A5808C-9C26-42F3-A2A3-CA2B9D60465A}" type="presParOf" srcId="{8D12C7C6-ACE9-4639-826C-F4F1669D3E7D}" destId="{C33B348E-762F-4989-A414-90CB4E1AC186}" srcOrd="8" destOrd="0" presId="urn:microsoft.com/office/officeart/2018/2/layout/IconLabelList"/>
    <dgm:cxn modelId="{3D6E5687-BE45-42B4-8583-D753CB65167B}" type="presParOf" srcId="{C33B348E-762F-4989-A414-90CB4E1AC186}" destId="{EE8E2638-0BEE-4B05-83FC-20F2139D75F1}" srcOrd="0" destOrd="0" presId="urn:microsoft.com/office/officeart/2018/2/layout/IconLabelList"/>
    <dgm:cxn modelId="{21E62852-065C-4DD1-A1F6-D84AE1949412}" type="presParOf" srcId="{C33B348E-762F-4989-A414-90CB4E1AC186}" destId="{6F932F88-C33E-45A8-9536-BED11AEA055C}" srcOrd="1" destOrd="0" presId="urn:microsoft.com/office/officeart/2018/2/layout/IconLabelList"/>
    <dgm:cxn modelId="{D3CC8717-AA4E-40D1-8A05-B704063FCD66}" type="presParOf" srcId="{C33B348E-762F-4989-A414-90CB4E1AC186}" destId="{23CDA4AD-9AF4-4005-8630-1499D8BDE8C5}" srcOrd="2" destOrd="0" presId="urn:microsoft.com/office/officeart/2018/2/layout/IconLabelList"/>
    <dgm:cxn modelId="{C29094A0-0DB2-4B19-821F-27B5611C6F7A}" type="presParOf" srcId="{8D12C7C6-ACE9-4639-826C-F4F1669D3E7D}" destId="{1ABE75F9-3774-4059-B7AB-2A79CC2D66F2}" srcOrd="9" destOrd="0" presId="urn:microsoft.com/office/officeart/2018/2/layout/IconLabelList"/>
    <dgm:cxn modelId="{8B418655-C9A2-4D75-8698-55490A9F110B}" type="presParOf" srcId="{8D12C7C6-ACE9-4639-826C-F4F1669D3E7D}" destId="{023F806F-7F5B-4E25-B43F-8C87CABD2ABE}" srcOrd="10" destOrd="0" presId="urn:microsoft.com/office/officeart/2018/2/layout/IconLabelList"/>
    <dgm:cxn modelId="{FF2B5A14-F87B-4D7C-9FAE-19D39298832B}" type="presParOf" srcId="{023F806F-7F5B-4E25-B43F-8C87CABD2ABE}" destId="{92B2E342-F126-44A3-8FD2-631323EC2B44}" srcOrd="0" destOrd="0" presId="urn:microsoft.com/office/officeart/2018/2/layout/IconLabelList"/>
    <dgm:cxn modelId="{0164DCBB-039B-4A51-AC7A-618C66DD1EE0}" type="presParOf" srcId="{023F806F-7F5B-4E25-B43F-8C87CABD2ABE}" destId="{9096E794-2496-4229-84E9-4A5CB7335385}" srcOrd="1" destOrd="0" presId="urn:microsoft.com/office/officeart/2018/2/layout/IconLabelList"/>
    <dgm:cxn modelId="{95EDB062-CD45-4808-8C65-3CD5AF3AA0C6}" type="presParOf" srcId="{023F806F-7F5B-4E25-B43F-8C87CABD2ABE}" destId="{5CBDEED3-C48E-475B-B502-61EA2AC8D86D}" srcOrd="2" destOrd="0" presId="urn:microsoft.com/office/officeart/2018/2/layout/IconLabelList"/>
    <dgm:cxn modelId="{A789B08F-BD4B-4ACB-99C9-6336B1624A95}" type="presParOf" srcId="{8D12C7C6-ACE9-4639-826C-F4F1669D3E7D}" destId="{C4CBF6B4-6DC3-442D-ADE4-9C04D26DB72F}" srcOrd="11" destOrd="0" presId="urn:microsoft.com/office/officeart/2018/2/layout/IconLabelList"/>
    <dgm:cxn modelId="{2219A68A-0FE0-43C3-9EA6-D07B14FF9119}" type="presParOf" srcId="{8D12C7C6-ACE9-4639-826C-F4F1669D3E7D}" destId="{782B8119-FB5E-415D-AF42-FF2731DD81EA}" srcOrd="12" destOrd="0" presId="urn:microsoft.com/office/officeart/2018/2/layout/IconLabelList"/>
    <dgm:cxn modelId="{05560B94-770A-4453-B4B6-61D77AD7C65A}" type="presParOf" srcId="{782B8119-FB5E-415D-AF42-FF2731DD81EA}" destId="{9BA5DEAE-A9F3-4291-A1BE-9B854F429A1A}" srcOrd="0" destOrd="0" presId="urn:microsoft.com/office/officeart/2018/2/layout/IconLabelList"/>
    <dgm:cxn modelId="{33A5E0BA-AC7E-41EC-AFDA-9BAFD51F3E7F}" type="presParOf" srcId="{782B8119-FB5E-415D-AF42-FF2731DD81EA}" destId="{10EDB642-F427-4241-9671-3F8FCC87BB8E}" srcOrd="1" destOrd="0" presId="urn:microsoft.com/office/officeart/2018/2/layout/IconLabelList"/>
    <dgm:cxn modelId="{B30232DF-1735-46CE-B010-7A9864700AAB}" type="presParOf" srcId="{782B8119-FB5E-415D-AF42-FF2731DD81EA}" destId="{9F0E1D67-BEED-4CCA-9491-EDDDD6ED0816}" srcOrd="2" destOrd="0" presId="urn:microsoft.com/office/officeart/2018/2/layout/IconLabelList"/>
    <dgm:cxn modelId="{FDD50128-C477-4314-AC2C-1DC92639EAC5}" type="presParOf" srcId="{8D12C7C6-ACE9-4639-826C-F4F1669D3E7D}" destId="{7058088A-7E3E-42F1-BBE6-C9D4B9026B5F}" srcOrd="13" destOrd="0" presId="urn:microsoft.com/office/officeart/2018/2/layout/IconLabelList"/>
    <dgm:cxn modelId="{9C113745-10F5-46CC-ABCC-A4C5898EDB62}" type="presParOf" srcId="{8D12C7C6-ACE9-4639-826C-F4F1669D3E7D}" destId="{324A1E2B-6554-4194-8693-E414B8AFC87D}" srcOrd="14" destOrd="0" presId="urn:microsoft.com/office/officeart/2018/2/layout/IconLabelList"/>
    <dgm:cxn modelId="{F1036F74-9D86-4835-B55B-ECF52B15AAB6}" type="presParOf" srcId="{324A1E2B-6554-4194-8693-E414B8AFC87D}" destId="{BED0AD28-3020-456F-93E9-F62FD5FC7FD7}" srcOrd="0" destOrd="0" presId="urn:microsoft.com/office/officeart/2018/2/layout/IconLabelList"/>
    <dgm:cxn modelId="{1A053D76-15D0-4FEB-9AC7-A46181E29FFB}" type="presParOf" srcId="{324A1E2B-6554-4194-8693-E414B8AFC87D}" destId="{86621587-2B24-4961-B424-3F5EB8DF2135}" srcOrd="1" destOrd="0" presId="urn:microsoft.com/office/officeart/2018/2/layout/IconLabelList"/>
    <dgm:cxn modelId="{CAB3C76E-B0AE-4817-8DC3-23A3D3F57BE2}" type="presParOf" srcId="{324A1E2B-6554-4194-8693-E414B8AFC87D}" destId="{448E9300-171D-4EAF-9DDC-991D98C7F4A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827E36-B9E5-4E09-94EE-EDDB5DD08FC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82DB5A-FAE3-467B-81D2-6EECD944F125}">
      <dgm:prSet/>
      <dgm:spPr/>
      <dgm:t>
        <a:bodyPr/>
        <a:lstStyle/>
        <a:p>
          <a:r>
            <a:rPr lang="en-US"/>
            <a:t>• Agile was the best fit for this project because:</a:t>
          </a:r>
        </a:p>
      </dgm:t>
    </dgm:pt>
    <dgm:pt modelId="{A3CAB0DD-3A21-4F6E-B484-406ED16A7BC8}" type="parTrans" cxnId="{6CB32007-94FC-404B-A1FE-F779399737F2}">
      <dgm:prSet/>
      <dgm:spPr/>
      <dgm:t>
        <a:bodyPr/>
        <a:lstStyle/>
        <a:p>
          <a:endParaRPr lang="en-US"/>
        </a:p>
      </dgm:t>
    </dgm:pt>
    <dgm:pt modelId="{72557CB7-2345-4999-8FC8-A1E00885B221}" type="sibTrans" cxnId="{6CB32007-94FC-404B-A1FE-F779399737F2}">
      <dgm:prSet/>
      <dgm:spPr/>
      <dgm:t>
        <a:bodyPr/>
        <a:lstStyle/>
        <a:p>
          <a:endParaRPr lang="en-US"/>
        </a:p>
      </dgm:t>
    </dgm:pt>
    <dgm:pt modelId="{AAD4E6D5-C8CE-4F8A-92D3-3C2CB428CC0B}">
      <dgm:prSet/>
      <dgm:spPr/>
      <dgm:t>
        <a:bodyPr/>
        <a:lstStyle/>
        <a:p>
          <a:r>
            <a:rPr lang="en-US"/>
            <a:t>- Requirements could change</a:t>
          </a:r>
        </a:p>
      </dgm:t>
    </dgm:pt>
    <dgm:pt modelId="{4133A72D-DEAB-4103-9E3B-65FCD6A24D1D}" type="parTrans" cxnId="{D7E1F37D-BA42-40D3-8E2B-78BDA551DB3F}">
      <dgm:prSet/>
      <dgm:spPr/>
      <dgm:t>
        <a:bodyPr/>
        <a:lstStyle/>
        <a:p>
          <a:endParaRPr lang="en-US"/>
        </a:p>
      </dgm:t>
    </dgm:pt>
    <dgm:pt modelId="{CA09FF4B-B5A4-4612-A903-8A6CE4443C4C}" type="sibTrans" cxnId="{D7E1F37D-BA42-40D3-8E2B-78BDA551DB3F}">
      <dgm:prSet/>
      <dgm:spPr/>
      <dgm:t>
        <a:bodyPr/>
        <a:lstStyle/>
        <a:p>
          <a:endParaRPr lang="en-US"/>
        </a:p>
      </dgm:t>
    </dgm:pt>
    <dgm:pt modelId="{93A80EED-116B-411B-AAEA-D6C32F09C07B}">
      <dgm:prSet/>
      <dgm:spPr/>
      <dgm:t>
        <a:bodyPr/>
        <a:lstStyle/>
        <a:p>
          <a:r>
            <a:rPr lang="en-US"/>
            <a:t>- Feedback improved development</a:t>
          </a:r>
        </a:p>
      </dgm:t>
    </dgm:pt>
    <dgm:pt modelId="{5DA2E247-8087-481C-A8CA-E62895000C3A}" type="parTrans" cxnId="{F57C8AD9-A682-4495-92B4-84F237B9CEA1}">
      <dgm:prSet/>
      <dgm:spPr/>
      <dgm:t>
        <a:bodyPr/>
        <a:lstStyle/>
        <a:p>
          <a:endParaRPr lang="en-US"/>
        </a:p>
      </dgm:t>
    </dgm:pt>
    <dgm:pt modelId="{10C517F8-640E-423E-8136-44583239E673}" type="sibTrans" cxnId="{F57C8AD9-A682-4495-92B4-84F237B9CEA1}">
      <dgm:prSet/>
      <dgm:spPr/>
      <dgm:t>
        <a:bodyPr/>
        <a:lstStyle/>
        <a:p>
          <a:endParaRPr lang="en-US"/>
        </a:p>
      </dgm:t>
    </dgm:pt>
    <dgm:pt modelId="{31D73C68-8D5A-4F87-A3EA-7DB67DBC5E14}">
      <dgm:prSet/>
      <dgm:spPr/>
      <dgm:t>
        <a:bodyPr/>
        <a:lstStyle/>
        <a:p>
          <a:r>
            <a:rPr lang="en-US"/>
            <a:t>- Team collaboration was essential</a:t>
          </a:r>
        </a:p>
      </dgm:t>
    </dgm:pt>
    <dgm:pt modelId="{9773E4E1-0925-414E-9278-8B23C8D2A2A5}" type="parTrans" cxnId="{9FB4ECCA-E409-4C94-8913-E40717162482}">
      <dgm:prSet/>
      <dgm:spPr/>
      <dgm:t>
        <a:bodyPr/>
        <a:lstStyle/>
        <a:p>
          <a:endParaRPr lang="en-US"/>
        </a:p>
      </dgm:t>
    </dgm:pt>
    <dgm:pt modelId="{01499C8A-11BD-41A3-8A86-DA3A6A112EA1}" type="sibTrans" cxnId="{9FB4ECCA-E409-4C94-8913-E40717162482}">
      <dgm:prSet/>
      <dgm:spPr/>
      <dgm:t>
        <a:bodyPr/>
        <a:lstStyle/>
        <a:p>
          <a:endParaRPr lang="en-US"/>
        </a:p>
      </dgm:t>
    </dgm:pt>
    <dgm:pt modelId="{1CFF9C37-ECEF-424A-901A-5DE56460C214}">
      <dgm:prSet/>
      <dgm:spPr/>
      <dgm:t>
        <a:bodyPr/>
        <a:lstStyle/>
        <a:p>
          <a:r>
            <a:rPr lang="en-US"/>
            <a:t>- Progress was delivered in smaller increments</a:t>
          </a:r>
        </a:p>
      </dgm:t>
    </dgm:pt>
    <dgm:pt modelId="{D2554164-6E7A-4FDC-BE97-BE85C03096E5}" type="parTrans" cxnId="{E7DCFA14-B475-4030-9809-9F28E932D455}">
      <dgm:prSet/>
      <dgm:spPr/>
      <dgm:t>
        <a:bodyPr/>
        <a:lstStyle/>
        <a:p>
          <a:endParaRPr lang="en-US"/>
        </a:p>
      </dgm:t>
    </dgm:pt>
    <dgm:pt modelId="{F3CD3A1B-CE9D-470D-9CFC-AC4971386077}" type="sibTrans" cxnId="{E7DCFA14-B475-4030-9809-9F28E932D455}">
      <dgm:prSet/>
      <dgm:spPr/>
      <dgm:t>
        <a:bodyPr/>
        <a:lstStyle/>
        <a:p>
          <a:endParaRPr lang="en-US"/>
        </a:p>
      </dgm:t>
    </dgm:pt>
    <dgm:pt modelId="{71A5810F-8DE7-4CD1-99B4-587ACF002A59}">
      <dgm:prSet/>
      <dgm:spPr/>
      <dgm:t>
        <a:bodyPr/>
        <a:lstStyle/>
        <a:p>
          <a:r>
            <a:rPr lang="en-US"/>
            <a:t>• Waterfall is better for stable projects with fixed requirements</a:t>
          </a:r>
        </a:p>
      </dgm:t>
    </dgm:pt>
    <dgm:pt modelId="{73F9226A-83F1-4FB2-935D-15DE5C62B64B}" type="parTrans" cxnId="{8A0A5D5C-57B4-48F3-993E-6B49001E2316}">
      <dgm:prSet/>
      <dgm:spPr/>
      <dgm:t>
        <a:bodyPr/>
        <a:lstStyle/>
        <a:p>
          <a:endParaRPr lang="en-US"/>
        </a:p>
      </dgm:t>
    </dgm:pt>
    <dgm:pt modelId="{60F5E04C-09CD-4CB4-A79A-3B120C316AD5}" type="sibTrans" cxnId="{8A0A5D5C-57B4-48F3-993E-6B49001E2316}">
      <dgm:prSet/>
      <dgm:spPr/>
      <dgm:t>
        <a:bodyPr/>
        <a:lstStyle/>
        <a:p>
          <a:endParaRPr lang="en-US"/>
        </a:p>
      </dgm:t>
    </dgm:pt>
    <dgm:pt modelId="{9F8DB190-5DAC-4700-A6DA-837BA0847F70}" type="pres">
      <dgm:prSet presAssocID="{3C827E36-B9E5-4E09-94EE-EDDB5DD08FCE}" presName="linear" presStyleCnt="0">
        <dgm:presLayoutVars>
          <dgm:animLvl val="lvl"/>
          <dgm:resizeHandles val="exact"/>
        </dgm:presLayoutVars>
      </dgm:prSet>
      <dgm:spPr/>
    </dgm:pt>
    <dgm:pt modelId="{6A4C2004-3C14-4C06-BD9C-F5F272A7B884}" type="pres">
      <dgm:prSet presAssocID="{2082DB5A-FAE3-467B-81D2-6EECD944F12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DD82827-2FF4-47F3-85BC-D37073005818}" type="pres">
      <dgm:prSet presAssocID="{72557CB7-2345-4999-8FC8-A1E00885B221}" presName="spacer" presStyleCnt="0"/>
      <dgm:spPr/>
    </dgm:pt>
    <dgm:pt modelId="{E2151608-EFC3-45FA-B1B4-87ACDE1AA777}" type="pres">
      <dgm:prSet presAssocID="{AAD4E6D5-C8CE-4F8A-92D3-3C2CB428CC0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0E61828-4356-4E3C-BC1D-33515F8985C4}" type="pres">
      <dgm:prSet presAssocID="{CA09FF4B-B5A4-4612-A903-8A6CE4443C4C}" presName="spacer" presStyleCnt="0"/>
      <dgm:spPr/>
    </dgm:pt>
    <dgm:pt modelId="{1DD35891-2A30-4A43-827A-CA79C407CC56}" type="pres">
      <dgm:prSet presAssocID="{93A80EED-116B-411B-AAEA-D6C32F09C07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049E558-505E-46D3-BD5D-C104A9290461}" type="pres">
      <dgm:prSet presAssocID="{10C517F8-640E-423E-8136-44583239E673}" presName="spacer" presStyleCnt="0"/>
      <dgm:spPr/>
    </dgm:pt>
    <dgm:pt modelId="{FB6CA0D5-6A3B-458A-B780-281E6F1015E7}" type="pres">
      <dgm:prSet presAssocID="{31D73C68-8D5A-4F87-A3EA-7DB67DBC5E1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E0B1642-DB42-420D-AD1B-8927D790DDF0}" type="pres">
      <dgm:prSet presAssocID="{01499C8A-11BD-41A3-8A86-DA3A6A112EA1}" presName="spacer" presStyleCnt="0"/>
      <dgm:spPr/>
    </dgm:pt>
    <dgm:pt modelId="{D1C9380F-D08A-4C38-9525-8646F9E7D236}" type="pres">
      <dgm:prSet presAssocID="{1CFF9C37-ECEF-424A-901A-5DE56460C21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63275A6-1B32-46B2-94D4-717C07D51E9D}" type="pres">
      <dgm:prSet presAssocID="{F3CD3A1B-CE9D-470D-9CFC-AC4971386077}" presName="spacer" presStyleCnt="0"/>
      <dgm:spPr/>
    </dgm:pt>
    <dgm:pt modelId="{AFF2DD7E-58B4-4CA1-A742-203AFFE3EB5E}" type="pres">
      <dgm:prSet presAssocID="{71A5810F-8DE7-4CD1-99B4-587ACF002A5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CB32007-94FC-404B-A1FE-F779399737F2}" srcId="{3C827E36-B9E5-4E09-94EE-EDDB5DD08FCE}" destId="{2082DB5A-FAE3-467B-81D2-6EECD944F125}" srcOrd="0" destOrd="0" parTransId="{A3CAB0DD-3A21-4F6E-B484-406ED16A7BC8}" sibTransId="{72557CB7-2345-4999-8FC8-A1E00885B221}"/>
    <dgm:cxn modelId="{6C9B7B0A-901D-4D6D-9613-48D4A1A297A3}" type="presOf" srcId="{31D73C68-8D5A-4F87-A3EA-7DB67DBC5E14}" destId="{FB6CA0D5-6A3B-458A-B780-281E6F1015E7}" srcOrd="0" destOrd="0" presId="urn:microsoft.com/office/officeart/2005/8/layout/vList2"/>
    <dgm:cxn modelId="{E7DCFA14-B475-4030-9809-9F28E932D455}" srcId="{3C827E36-B9E5-4E09-94EE-EDDB5DD08FCE}" destId="{1CFF9C37-ECEF-424A-901A-5DE56460C214}" srcOrd="4" destOrd="0" parTransId="{D2554164-6E7A-4FDC-BE97-BE85C03096E5}" sibTransId="{F3CD3A1B-CE9D-470D-9CFC-AC4971386077}"/>
    <dgm:cxn modelId="{E040C61E-4B7A-454A-ABEF-55813102D09C}" type="presOf" srcId="{93A80EED-116B-411B-AAEA-D6C32F09C07B}" destId="{1DD35891-2A30-4A43-827A-CA79C407CC56}" srcOrd="0" destOrd="0" presId="urn:microsoft.com/office/officeart/2005/8/layout/vList2"/>
    <dgm:cxn modelId="{8A0A5D5C-57B4-48F3-993E-6B49001E2316}" srcId="{3C827E36-B9E5-4E09-94EE-EDDB5DD08FCE}" destId="{71A5810F-8DE7-4CD1-99B4-587ACF002A59}" srcOrd="5" destOrd="0" parTransId="{73F9226A-83F1-4FB2-935D-15DE5C62B64B}" sibTransId="{60F5E04C-09CD-4CB4-A79A-3B120C316AD5}"/>
    <dgm:cxn modelId="{6CAB2E43-72F3-4452-B9B6-C2387E0957E0}" type="presOf" srcId="{AAD4E6D5-C8CE-4F8A-92D3-3C2CB428CC0B}" destId="{E2151608-EFC3-45FA-B1B4-87ACDE1AA777}" srcOrd="0" destOrd="0" presId="urn:microsoft.com/office/officeart/2005/8/layout/vList2"/>
    <dgm:cxn modelId="{BED1A96B-830F-480C-B6F7-713C716C88E3}" type="presOf" srcId="{2082DB5A-FAE3-467B-81D2-6EECD944F125}" destId="{6A4C2004-3C14-4C06-BD9C-F5F272A7B884}" srcOrd="0" destOrd="0" presId="urn:microsoft.com/office/officeart/2005/8/layout/vList2"/>
    <dgm:cxn modelId="{9645A355-DC00-4766-95F3-0B30724EB1FA}" type="presOf" srcId="{1CFF9C37-ECEF-424A-901A-5DE56460C214}" destId="{D1C9380F-D08A-4C38-9525-8646F9E7D236}" srcOrd="0" destOrd="0" presId="urn:microsoft.com/office/officeart/2005/8/layout/vList2"/>
    <dgm:cxn modelId="{D7E1F37D-BA42-40D3-8E2B-78BDA551DB3F}" srcId="{3C827E36-B9E5-4E09-94EE-EDDB5DD08FCE}" destId="{AAD4E6D5-C8CE-4F8A-92D3-3C2CB428CC0B}" srcOrd="1" destOrd="0" parTransId="{4133A72D-DEAB-4103-9E3B-65FCD6A24D1D}" sibTransId="{CA09FF4B-B5A4-4612-A903-8A6CE4443C4C}"/>
    <dgm:cxn modelId="{E3D812AF-6500-4368-9E52-38ECDE9C896D}" type="presOf" srcId="{71A5810F-8DE7-4CD1-99B4-587ACF002A59}" destId="{AFF2DD7E-58B4-4CA1-A742-203AFFE3EB5E}" srcOrd="0" destOrd="0" presId="urn:microsoft.com/office/officeart/2005/8/layout/vList2"/>
    <dgm:cxn modelId="{38B677B2-10D5-47E9-87C2-0E9D9DB96F27}" type="presOf" srcId="{3C827E36-B9E5-4E09-94EE-EDDB5DD08FCE}" destId="{9F8DB190-5DAC-4700-A6DA-837BA0847F70}" srcOrd="0" destOrd="0" presId="urn:microsoft.com/office/officeart/2005/8/layout/vList2"/>
    <dgm:cxn modelId="{9FB4ECCA-E409-4C94-8913-E40717162482}" srcId="{3C827E36-B9E5-4E09-94EE-EDDB5DD08FCE}" destId="{31D73C68-8D5A-4F87-A3EA-7DB67DBC5E14}" srcOrd="3" destOrd="0" parTransId="{9773E4E1-0925-414E-9278-8B23C8D2A2A5}" sibTransId="{01499C8A-11BD-41A3-8A86-DA3A6A112EA1}"/>
    <dgm:cxn modelId="{F57C8AD9-A682-4495-92B4-84F237B9CEA1}" srcId="{3C827E36-B9E5-4E09-94EE-EDDB5DD08FCE}" destId="{93A80EED-116B-411B-AAEA-D6C32F09C07B}" srcOrd="2" destOrd="0" parTransId="{5DA2E247-8087-481C-A8CA-E62895000C3A}" sibTransId="{10C517F8-640E-423E-8136-44583239E673}"/>
    <dgm:cxn modelId="{3F41B32D-9934-41A4-8951-44C52E6C96C0}" type="presParOf" srcId="{9F8DB190-5DAC-4700-A6DA-837BA0847F70}" destId="{6A4C2004-3C14-4C06-BD9C-F5F272A7B884}" srcOrd="0" destOrd="0" presId="urn:microsoft.com/office/officeart/2005/8/layout/vList2"/>
    <dgm:cxn modelId="{6AA581BF-DE17-4EE0-8A43-1AC077F4EA4E}" type="presParOf" srcId="{9F8DB190-5DAC-4700-A6DA-837BA0847F70}" destId="{2DD82827-2FF4-47F3-85BC-D37073005818}" srcOrd="1" destOrd="0" presId="urn:microsoft.com/office/officeart/2005/8/layout/vList2"/>
    <dgm:cxn modelId="{D7BA8C40-AA8F-4DA7-B638-5531E65E5C0A}" type="presParOf" srcId="{9F8DB190-5DAC-4700-A6DA-837BA0847F70}" destId="{E2151608-EFC3-45FA-B1B4-87ACDE1AA777}" srcOrd="2" destOrd="0" presId="urn:microsoft.com/office/officeart/2005/8/layout/vList2"/>
    <dgm:cxn modelId="{0B3F08FE-C28C-4C55-B8E8-CA4366C9DDA2}" type="presParOf" srcId="{9F8DB190-5DAC-4700-A6DA-837BA0847F70}" destId="{10E61828-4356-4E3C-BC1D-33515F8985C4}" srcOrd="3" destOrd="0" presId="urn:microsoft.com/office/officeart/2005/8/layout/vList2"/>
    <dgm:cxn modelId="{993E18C2-B7F5-4A02-BD1C-07F608730CAD}" type="presParOf" srcId="{9F8DB190-5DAC-4700-A6DA-837BA0847F70}" destId="{1DD35891-2A30-4A43-827A-CA79C407CC56}" srcOrd="4" destOrd="0" presId="urn:microsoft.com/office/officeart/2005/8/layout/vList2"/>
    <dgm:cxn modelId="{F9FE46F0-7563-452E-8D5A-012E87F1AB3A}" type="presParOf" srcId="{9F8DB190-5DAC-4700-A6DA-837BA0847F70}" destId="{B049E558-505E-46D3-BD5D-C104A9290461}" srcOrd="5" destOrd="0" presId="urn:microsoft.com/office/officeart/2005/8/layout/vList2"/>
    <dgm:cxn modelId="{4E4A6448-95CD-4C14-9D42-2A11D9FE9D94}" type="presParOf" srcId="{9F8DB190-5DAC-4700-A6DA-837BA0847F70}" destId="{FB6CA0D5-6A3B-458A-B780-281E6F1015E7}" srcOrd="6" destOrd="0" presId="urn:microsoft.com/office/officeart/2005/8/layout/vList2"/>
    <dgm:cxn modelId="{557916AA-BEED-438F-B1DF-8FDA69FA6A1C}" type="presParOf" srcId="{9F8DB190-5DAC-4700-A6DA-837BA0847F70}" destId="{6E0B1642-DB42-420D-AD1B-8927D790DDF0}" srcOrd="7" destOrd="0" presId="urn:microsoft.com/office/officeart/2005/8/layout/vList2"/>
    <dgm:cxn modelId="{31514D64-43D2-4296-9CF4-12FA78574F55}" type="presParOf" srcId="{9F8DB190-5DAC-4700-A6DA-837BA0847F70}" destId="{D1C9380F-D08A-4C38-9525-8646F9E7D236}" srcOrd="8" destOrd="0" presId="urn:microsoft.com/office/officeart/2005/8/layout/vList2"/>
    <dgm:cxn modelId="{1DDBC5E5-5C33-44C3-9BCC-A4DE06EFF59E}" type="presParOf" srcId="{9F8DB190-5DAC-4700-A6DA-837BA0847F70}" destId="{863275A6-1B32-46B2-94D4-717C07D51E9D}" srcOrd="9" destOrd="0" presId="urn:microsoft.com/office/officeart/2005/8/layout/vList2"/>
    <dgm:cxn modelId="{00342BB0-97C2-447E-B2AA-7DA4D8351858}" type="presParOf" srcId="{9F8DB190-5DAC-4700-A6DA-837BA0847F70}" destId="{AFF2DD7E-58B4-4CA1-A742-203AFFE3EB5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3EE591-7AA5-4FB5-8F20-501516DC186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3427357-1A7A-4626-9ECE-1C94D0AE292B}">
      <dgm:prSet/>
      <dgm:spPr/>
      <dgm:t>
        <a:bodyPr/>
        <a:lstStyle/>
        <a:p>
          <a:r>
            <a:rPr lang="en-US"/>
            <a:t>Atlassian. (2024). Agile project management: A beginner's guide.</a:t>
          </a:r>
        </a:p>
      </dgm:t>
    </dgm:pt>
    <dgm:pt modelId="{165C7535-73B8-42FA-956A-1CF9B7624C3D}" type="parTrans" cxnId="{8D439F82-9CDF-46A3-BF82-3C6647F93A20}">
      <dgm:prSet/>
      <dgm:spPr/>
      <dgm:t>
        <a:bodyPr/>
        <a:lstStyle/>
        <a:p>
          <a:endParaRPr lang="en-US"/>
        </a:p>
      </dgm:t>
    </dgm:pt>
    <dgm:pt modelId="{B626ED49-ADBD-4EC9-8C7D-CE89A63F57E2}" type="sibTrans" cxnId="{8D439F82-9CDF-46A3-BF82-3C6647F93A20}">
      <dgm:prSet/>
      <dgm:spPr/>
      <dgm:t>
        <a:bodyPr/>
        <a:lstStyle/>
        <a:p>
          <a:endParaRPr lang="en-US"/>
        </a:p>
      </dgm:t>
    </dgm:pt>
    <dgm:pt modelId="{01E7DF8B-E662-4B41-9E9D-22172133F3A7}">
      <dgm:prSet/>
      <dgm:spPr/>
      <dgm:t>
        <a:bodyPr/>
        <a:lstStyle/>
        <a:p>
          <a:r>
            <a:rPr lang="en-US" dirty="0"/>
            <a:t>	https://www.atlassian.com/agile/project-management</a:t>
          </a:r>
        </a:p>
      </dgm:t>
    </dgm:pt>
    <dgm:pt modelId="{A8D49A94-BC4E-4F1F-AE3F-0E14FDD885A9}" type="parTrans" cxnId="{74D80126-D5B8-4AFC-A8CC-87A538D2751E}">
      <dgm:prSet/>
      <dgm:spPr/>
      <dgm:t>
        <a:bodyPr/>
        <a:lstStyle/>
        <a:p>
          <a:endParaRPr lang="en-US"/>
        </a:p>
      </dgm:t>
    </dgm:pt>
    <dgm:pt modelId="{2DA07FAC-337E-4383-807E-01027C386D3F}" type="sibTrans" cxnId="{74D80126-D5B8-4AFC-A8CC-87A538D2751E}">
      <dgm:prSet/>
      <dgm:spPr/>
      <dgm:t>
        <a:bodyPr/>
        <a:lstStyle/>
        <a:p>
          <a:endParaRPr lang="en-US"/>
        </a:p>
      </dgm:t>
    </dgm:pt>
    <dgm:pt modelId="{23FF1D9A-C48A-4104-A811-D1DFA0C82834}">
      <dgm:prSet/>
      <dgm:spPr/>
      <dgm:t>
        <a:bodyPr/>
        <a:lstStyle/>
        <a:p>
          <a:r>
            <a:rPr lang="en-US"/>
            <a:t>Digital.ai. (2024). 17th annual State of Agile report.</a:t>
          </a:r>
        </a:p>
      </dgm:t>
    </dgm:pt>
    <dgm:pt modelId="{F22F062F-4637-44DC-BD61-BF2DE95AC08B}" type="parTrans" cxnId="{F423C25A-1149-47E9-B4B2-8C2A54B42A26}">
      <dgm:prSet/>
      <dgm:spPr/>
      <dgm:t>
        <a:bodyPr/>
        <a:lstStyle/>
        <a:p>
          <a:endParaRPr lang="en-US"/>
        </a:p>
      </dgm:t>
    </dgm:pt>
    <dgm:pt modelId="{06D82D97-D50B-43BE-B865-F533F6BCF681}" type="sibTrans" cxnId="{F423C25A-1149-47E9-B4B2-8C2A54B42A26}">
      <dgm:prSet/>
      <dgm:spPr/>
      <dgm:t>
        <a:bodyPr/>
        <a:lstStyle/>
        <a:p>
          <a:endParaRPr lang="en-US"/>
        </a:p>
      </dgm:t>
    </dgm:pt>
    <dgm:pt modelId="{F0853928-E90F-4499-9B65-3F44C0E90DD6}">
      <dgm:prSet/>
      <dgm:spPr/>
      <dgm:t>
        <a:bodyPr/>
        <a:lstStyle/>
        <a:p>
          <a:r>
            <a:rPr lang="en-US" dirty="0"/>
            <a:t>	https://digital.ai/resource-center/analyst-reports/state-of-agile-report</a:t>
          </a:r>
        </a:p>
      </dgm:t>
    </dgm:pt>
    <dgm:pt modelId="{0862F97D-6689-40B2-BEC1-A0A0F525229A}" type="parTrans" cxnId="{3DA106C6-EA8A-463A-9484-68EB2EEC7B67}">
      <dgm:prSet/>
      <dgm:spPr/>
      <dgm:t>
        <a:bodyPr/>
        <a:lstStyle/>
        <a:p>
          <a:endParaRPr lang="en-US"/>
        </a:p>
      </dgm:t>
    </dgm:pt>
    <dgm:pt modelId="{F8B4D202-EB40-4431-A090-01F845F34025}" type="sibTrans" cxnId="{3DA106C6-EA8A-463A-9484-68EB2EEC7B67}">
      <dgm:prSet/>
      <dgm:spPr/>
      <dgm:t>
        <a:bodyPr/>
        <a:lstStyle/>
        <a:p>
          <a:endParaRPr lang="en-US"/>
        </a:p>
      </dgm:t>
    </dgm:pt>
    <dgm:pt modelId="{3612A7F0-8089-473B-A8D1-2721DD2F59B4}">
      <dgm:prSet/>
      <dgm:spPr/>
      <dgm:t>
        <a:bodyPr/>
        <a:lstStyle/>
        <a:p>
          <a:r>
            <a:rPr lang="en-US"/>
            <a:t>Project Management Institute. (2023). Agile practice guide.</a:t>
          </a:r>
        </a:p>
      </dgm:t>
    </dgm:pt>
    <dgm:pt modelId="{F886B79B-0378-476A-9F96-B587AB74AFE0}" type="parTrans" cxnId="{731E03CA-EFEF-413B-9E4B-D6790233B55D}">
      <dgm:prSet/>
      <dgm:spPr/>
      <dgm:t>
        <a:bodyPr/>
        <a:lstStyle/>
        <a:p>
          <a:endParaRPr lang="en-US"/>
        </a:p>
      </dgm:t>
    </dgm:pt>
    <dgm:pt modelId="{7CB8B1DE-0F93-436F-A30C-DE24E49AFAF2}" type="sibTrans" cxnId="{731E03CA-EFEF-413B-9E4B-D6790233B55D}">
      <dgm:prSet/>
      <dgm:spPr/>
      <dgm:t>
        <a:bodyPr/>
        <a:lstStyle/>
        <a:p>
          <a:endParaRPr lang="en-US"/>
        </a:p>
      </dgm:t>
    </dgm:pt>
    <dgm:pt modelId="{3402BBD8-F2DE-4AC9-9BD6-A8F74EDE545E}">
      <dgm:prSet/>
      <dgm:spPr/>
      <dgm:t>
        <a:bodyPr/>
        <a:lstStyle/>
        <a:p>
          <a:r>
            <a:rPr lang="en-US" dirty="0"/>
            <a:t>	https://www.pmi.org</a:t>
          </a:r>
        </a:p>
      </dgm:t>
    </dgm:pt>
    <dgm:pt modelId="{C6660F57-2A23-4264-A1EB-1258C02C8425}" type="parTrans" cxnId="{E4582654-D837-4BFE-96D5-688B6E5B5D1F}">
      <dgm:prSet/>
      <dgm:spPr/>
      <dgm:t>
        <a:bodyPr/>
        <a:lstStyle/>
        <a:p>
          <a:endParaRPr lang="en-US"/>
        </a:p>
      </dgm:t>
    </dgm:pt>
    <dgm:pt modelId="{8C78EBE7-A973-4418-9D60-9FB61EBF7A66}" type="sibTrans" cxnId="{E4582654-D837-4BFE-96D5-688B6E5B5D1F}">
      <dgm:prSet/>
      <dgm:spPr/>
      <dgm:t>
        <a:bodyPr/>
        <a:lstStyle/>
        <a:p>
          <a:endParaRPr lang="en-US"/>
        </a:p>
      </dgm:t>
    </dgm:pt>
    <dgm:pt modelId="{AAD769AD-31E4-46A1-8F74-F5F12A89B6C4}">
      <dgm:prSet/>
      <dgm:spPr/>
      <dgm:t>
        <a:bodyPr/>
        <a:lstStyle/>
        <a:p>
          <a:r>
            <a:rPr lang="en-US"/>
            <a:t>Schwaber, K., &amp; Sutherland, J. (2020). The Scrum guide.</a:t>
          </a:r>
        </a:p>
      </dgm:t>
    </dgm:pt>
    <dgm:pt modelId="{D52479D1-CD3A-48AB-9CD2-22474AC5B425}" type="parTrans" cxnId="{CB2F2200-CE7D-4B6C-85BA-EA8477C3204D}">
      <dgm:prSet/>
      <dgm:spPr/>
      <dgm:t>
        <a:bodyPr/>
        <a:lstStyle/>
        <a:p>
          <a:endParaRPr lang="en-US"/>
        </a:p>
      </dgm:t>
    </dgm:pt>
    <dgm:pt modelId="{7ABE5883-B6F5-4E79-A330-1E8E69626A1D}" type="sibTrans" cxnId="{CB2F2200-CE7D-4B6C-85BA-EA8477C3204D}">
      <dgm:prSet/>
      <dgm:spPr/>
      <dgm:t>
        <a:bodyPr/>
        <a:lstStyle/>
        <a:p>
          <a:endParaRPr lang="en-US"/>
        </a:p>
      </dgm:t>
    </dgm:pt>
    <dgm:pt modelId="{045C8A9B-B04D-490B-B63D-BAA317998485}">
      <dgm:prSet/>
      <dgm:spPr/>
      <dgm:t>
        <a:bodyPr/>
        <a:lstStyle/>
        <a:p>
          <a:r>
            <a:rPr lang="en-US" dirty="0"/>
            <a:t>	https://scrumguides.org</a:t>
          </a:r>
        </a:p>
      </dgm:t>
    </dgm:pt>
    <dgm:pt modelId="{FCC8E1DA-3188-41CE-B958-1D92C0FD0D56}" type="parTrans" cxnId="{5FAB99F4-716A-4C50-972F-BAFAC09224DF}">
      <dgm:prSet/>
      <dgm:spPr/>
      <dgm:t>
        <a:bodyPr/>
        <a:lstStyle/>
        <a:p>
          <a:endParaRPr lang="en-US"/>
        </a:p>
      </dgm:t>
    </dgm:pt>
    <dgm:pt modelId="{AEE901A7-05B0-4637-B19E-3C6A95654284}" type="sibTrans" cxnId="{5FAB99F4-716A-4C50-972F-BAFAC09224DF}">
      <dgm:prSet/>
      <dgm:spPr/>
      <dgm:t>
        <a:bodyPr/>
        <a:lstStyle/>
        <a:p>
          <a:endParaRPr lang="en-US"/>
        </a:p>
      </dgm:t>
    </dgm:pt>
    <dgm:pt modelId="{E450781B-FD83-44B3-A012-56A18617249A}" type="pres">
      <dgm:prSet presAssocID="{733EE591-7AA5-4FB5-8F20-501516DC186D}" presName="linear" presStyleCnt="0">
        <dgm:presLayoutVars>
          <dgm:animLvl val="lvl"/>
          <dgm:resizeHandles val="exact"/>
        </dgm:presLayoutVars>
      </dgm:prSet>
      <dgm:spPr/>
    </dgm:pt>
    <dgm:pt modelId="{F073423F-0691-415A-B4FB-767046B44D56}" type="pres">
      <dgm:prSet presAssocID="{93427357-1A7A-4626-9ECE-1C94D0AE292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50679B0-8E9D-4963-9CD7-6BF99C90FA1B}" type="pres">
      <dgm:prSet presAssocID="{B626ED49-ADBD-4EC9-8C7D-CE89A63F57E2}" presName="spacer" presStyleCnt="0"/>
      <dgm:spPr/>
    </dgm:pt>
    <dgm:pt modelId="{52D5ADB7-D254-499F-94EE-9D9520753B81}" type="pres">
      <dgm:prSet presAssocID="{01E7DF8B-E662-4B41-9E9D-22172133F3A7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C22F9A5-460D-405D-AF61-C0E09F1C0150}" type="pres">
      <dgm:prSet presAssocID="{2DA07FAC-337E-4383-807E-01027C386D3F}" presName="spacer" presStyleCnt="0"/>
      <dgm:spPr/>
    </dgm:pt>
    <dgm:pt modelId="{384E8EC7-183E-40A8-B96C-C74DC4805C6F}" type="pres">
      <dgm:prSet presAssocID="{23FF1D9A-C48A-4104-A811-D1DFA0C8283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6FAA1C9-DFD5-4963-B69E-A7152F824DB2}" type="pres">
      <dgm:prSet presAssocID="{06D82D97-D50B-43BE-B865-F533F6BCF681}" presName="spacer" presStyleCnt="0"/>
      <dgm:spPr/>
    </dgm:pt>
    <dgm:pt modelId="{E549F5A1-1B9A-4269-BB7E-17719FFCB75D}" type="pres">
      <dgm:prSet presAssocID="{F0853928-E90F-4499-9B65-3F44C0E90DD6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D2532BC-ACA2-45F1-B662-2B34C19D8A4B}" type="pres">
      <dgm:prSet presAssocID="{F8B4D202-EB40-4431-A090-01F845F34025}" presName="spacer" presStyleCnt="0"/>
      <dgm:spPr/>
    </dgm:pt>
    <dgm:pt modelId="{237C5AE5-1EC0-4519-AE01-C74FFBB625B1}" type="pres">
      <dgm:prSet presAssocID="{3612A7F0-8089-473B-A8D1-2721DD2F59B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92221A6-EAE2-43FE-ACA2-D80ADD670839}" type="pres">
      <dgm:prSet presAssocID="{7CB8B1DE-0F93-436F-A30C-DE24E49AFAF2}" presName="spacer" presStyleCnt="0"/>
      <dgm:spPr/>
    </dgm:pt>
    <dgm:pt modelId="{2B9E3BB2-F5DF-4524-8801-EA00CC32C8EF}" type="pres">
      <dgm:prSet presAssocID="{3402BBD8-F2DE-4AC9-9BD6-A8F74EDE545E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7B5C4B4-107E-4B2F-9BFB-E74B86A91AA1}" type="pres">
      <dgm:prSet presAssocID="{8C78EBE7-A973-4418-9D60-9FB61EBF7A66}" presName="spacer" presStyleCnt="0"/>
      <dgm:spPr/>
    </dgm:pt>
    <dgm:pt modelId="{A6C33052-76F9-469E-A996-7CF3A4BECABE}" type="pres">
      <dgm:prSet presAssocID="{AAD769AD-31E4-46A1-8F74-F5F12A89B6C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8CB45D4-D1CF-42C9-B5A3-B2E6E5FEDF27}" type="pres">
      <dgm:prSet presAssocID="{7ABE5883-B6F5-4E79-A330-1E8E69626A1D}" presName="spacer" presStyleCnt="0"/>
      <dgm:spPr/>
    </dgm:pt>
    <dgm:pt modelId="{CBBEE446-34BA-4B01-A797-98F01A959F5F}" type="pres">
      <dgm:prSet presAssocID="{045C8A9B-B04D-490B-B63D-BAA317998485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CB2F2200-CE7D-4B6C-85BA-EA8477C3204D}" srcId="{733EE591-7AA5-4FB5-8F20-501516DC186D}" destId="{AAD769AD-31E4-46A1-8F74-F5F12A89B6C4}" srcOrd="6" destOrd="0" parTransId="{D52479D1-CD3A-48AB-9CD2-22474AC5B425}" sibTransId="{7ABE5883-B6F5-4E79-A330-1E8E69626A1D}"/>
    <dgm:cxn modelId="{3EEB1504-49CC-44BC-A3B6-C578AFE776E6}" type="presOf" srcId="{3612A7F0-8089-473B-A8D1-2721DD2F59B4}" destId="{237C5AE5-1EC0-4519-AE01-C74FFBB625B1}" srcOrd="0" destOrd="0" presId="urn:microsoft.com/office/officeart/2005/8/layout/vList2"/>
    <dgm:cxn modelId="{74D80126-D5B8-4AFC-A8CC-87A538D2751E}" srcId="{733EE591-7AA5-4FB5-8F20-501516DC186D}" destId="{01E7DF8B-E662-4B41-9E9D-22172133F3A7}" srcOrd="1" destOrd="0" parTransId="{A8D49A94-BC4E-4F1F-AE3F-0E14FDD885A9}" sibTransId="{2DA07FAC-337E-4383-807E-01027C386D3F}"/>
    <dgm:cxn modelId="{629CAA64-A02F-454E-AD65-579A218238A4}" type="presOf" srcId="{045C8A9B-B04D-490B-B63D-BAA317998485}" destId="{CBBEE446-34BA-4B01-A797-98F01A959F5F}" srcOrd="0" destOrd="0" presId="urn:microsoft.com/office/officeart/2005/8/layout/vList2"/>
    <dgm:cxn modelId="{D0475E6C-4B95-431B-A7CE-3709DEDBD165}" type="presOf" srcId="{733EE591-7AA5-4FB5-8F20-501516DC186D}" destId="{E450781B-FD83-44B3-A012-56A18617249A}" srcOrd="0" destOrd="0" presId="urn:microsoft.com/office/officeart/2005/8/layout/vList2"/>
    <dgm:cxn modelId="{E4582654-D837-4BFE-96D5-688B6E5B5D1F}" srcId="{733EE591-7AA5-4FB5-8F20-501516DC186D}" destId="{3402BBD8-F2DE-4AC9-9BD6-A8F74EDE545E}" srcOrd="5" destOrd="0" parTransId="{C6660F57-2A23-4264-A1EB-1258C02C8425}" sibTransId="{8C78EBE7-A973-4418-9D60-9FB61EBF7A66}"/>
    <dgm:cxn modelId="{F423C25A-1149-47E9-B4B2-8C2A54B42A26}" srcId="{733EE591-7AA5-4FB5-8F20-501516DC186D}" destId="{23FF1D9A-C48A-4104-A811-D1DFA0C82834}" srcOrd="2" destOrd="0" parTransId="{F22F062F-4637-44DC-BD61-BF2DE95AC08B}" sibTransId="{06D82D97-D50B-43BE-B865-F533F6BCF681}"/>
    <dgm:cxn modelId="{F62AD781-C07F-44EF-A174-4BF2A4C8B17C}" type="presOf" srcId="{AAD769AD-31E4-46A1-8F74-F5F12A89B6C4}" destId="{A6C33052-76F9-469E-A996-7CF3A4BECABE}" srcOrd="0" destOrd="0" presId="urn:microsoft.com/office/officeart/2005/8/layout/vList2"/>
    <dgm:cxn modelId="{8D439F82-9CDF-46A3-BF82-3C6647F93A20}" srcId="{733EE591-7AA5-4FB5-8F20-501516DC186D}" destId="{93427357-1A7A-4626-9ECE-1C94D0AE292B}" srcOrd="0" destOrd="0" parTransId="{165C7535-73B8-42FA-956A-1CF9B7624C3D}" sibTransId="{B626ED49-ADBD-4EC9-8C7D-CE89A63F57E2}"/>
    <dgm:cxn modelId="{3DA106C6-EA8A-463A-9484-68EB2EEC7B67}" srcId="{733EE591-7AA5-4FB5-8F20-501516DC186D}" destId="{F0853928-E90F-4499-9B65-3F44C0E90DD6}" srcOrd="3" destOrd="0" parTransId="{0862F97D-6689-40B2-BEC1-A0A0F525229A}" sibTransId="{F8B4D202-EB40-4431-A090-01F845F34025}"/>
    <dgm:cxn modelId="{731E03CA-EFEF-413B-9E4B-D6790233B55D}" srcId="{733EE591-7AA5-4FB5-8F20-501516DC186D}" destId="{3612A7F0-8089-473B-A8D1-2721DD2F59B4}" srcOrd="4" destOrd="0" parTransId="{F886B79B-0378-476A-9F96-B587AB74AFE0}" sibTransId="{7CB8B1DE-0F93-436F-A30C-DE24E49AFAF2}"/>
    <dgm:cxn modelId="{319FCBCF-67D8-44FB-8695-9A2631B817B9}" type="presOf" srcId="{F0853928-E90F-4499-9B65-3F44C0E90DD6}" destId="{E549F5A1-1B9A-4269-BB7E-17719FFCB75D}" srcOrd="0" destOrd="0" presId="urn:microsoft.com/office/officeart/2005/8/layout/vList2"/>
    <dgm:cxn modelId="{16D462D1-E9C0-4E88-8564-3F8A7623963C}" type="presOf" srcId="{01E7DF8B-E662-4B41-9E9D-22172133F3A7}" destId="{52D5ADB7-D254-499F-94EE-9D9520753B81}" srcOrd="0" destOrd="0" presId="urn:microsoft.com/office/officeart/2005/8/layout/vList2"/>
    <dgm:cxn modelId="{AA77AEDC-9559-4069-9D44-FB70ADEF0AE3}" type="presOf" srcId="{93427357-1A7A-4626-9ECE-1C94D0AE292B}" destId="{F073423F-0691-415A-B4FB-767046B44D56}" srcOrd="0" destOrd="0" presId="urn:microsoft.com/office/officeart/2005/8/layout/vList2"/>
    <dgm:cxn modelId="{5FAB99F4-716A-4C50-972F-BAFAC09224DF}" srcId="{733EE591-7AA5-4FB5-8F20-501516DC186D}" destId="{045C8A9B-B04D-490B-B63D-BAA317998485}" srcOrd="7" destOrd="0" parTransId="{FCC8E1DA-3188-41CE-B958-1D92C0FD0D56}" sibTransId="{AEE901A7-05B0-4637-B19E-3C6A95654284}"/>
    <dgm:cxn modelId="{3AB752FC-6BDD-47CC-8183-A630DF0E8ACD}" type="presOf" srcId="{3402BBD8-F2DE-4AC9-9BD6-A8F74EDE545E}" destId="{2B9E3BB2-F5DF-4524-8801-EA00CC32C8EF}" srcOrd="0" destOrd="0" presId="urn:microsoft.com/office/officeart/2005/8/layout/vList2"/>
    <dgm:cxn modelId="{34D739FE-A58A-4904-B91B-10303D796D58}" type="presOf" srcId="{23FF1D9A-C48A-4104-A811-D1DFA0C82834}" destId="{384E8EC7-183E-40A8-B96C-C74DC4805C6F}" srcOrd="0" destOrd="0" presId="urn:microsoft.com/office/officeart/2005/8/layout/vList2"/>
    <dgm:cxn modelId="{B11DE422-95EE-4CB3-A85D-48D38C74575F}" type="presParOf" srcId="{E450781B-FD83-44B3-A012-56A18617249A}" destId="{F073423F-0691-415A-B4FB-767046B44D56}" srcOrd="0" destOrd="0" presId="urn:microsoft.com/office/officeart/2005/8/layout/vList2"/>
    <dgm:cxn modelId="{20F4BEDD-653F-43FF-9A85-432AB5B504D9}" type="presParOf" srcId="{E450781B-FD83-44B3-A012-56A18617249A}" destId="{C50679B0-8E9D-4963-9CD7-6BF99C90FA1B}" srcOrd="1" destOrd="0" presId="urn:microsoft.com/office/officeart/2005/8/layout/vList2"/>
    <dgm:cxn modelId="{05297A69-D5B2-4121-9337-E65001D52025}" type="presParOf" srcId="{E450781B-FD83-44B3-A012-56A18617249A}" destId="{52D5ADB7-D254-499F-94EE-9D9520753B81}" srcOrd="2" destOrd="0" presId="urn:microsoft.com/office/officeart/2005/8/layout/vList2"/>
    <dgm:cxn modelId="{82FD5FF7-ABF8-4635-A5E8-8235BD13BB50}" type="presParOf" srcId="{E450781B-FD83-44B3-A012-56A18617249A}" destId="{AC22F9A5-460D-405D-AF61-C0E09F1C0150}" srcOrd="3" destOrd="0" presId="urn:microsoft.com/office/officeart/2005/8/layout/vList2"/>
    <dgm:cxn modelId="{D11FEB71-8E96-4710-B5EC-CA8951D5C0E0}" type="presParOf" srcId="{E450781B-FD83-44B3-A012-56A18617249A}" destId="{384E8EC7-183E-40A8-B96C-C74DC4805C6F}" srcOrd="4" destOrd="0" presId="urn:microsoft.com/office/officeart/2005/8/layout/vList2"/>
    <dgm:cxn modelId="{940D4A26-F39B-458C-B45C-D6FB7A76E74D}" type="presParOf" srcId="{E450781B-FD83-44B3-A012-56A18617249A}" destId="{86FAA1C9-DFD5-4963-B69E-A7152F824DB2}" srcOrd="5" destOrd="0" presId="urn:microsoft.com/office/officeart/2005/8/layout/vList2"/>
    <dgm:cxn modelId="{F2C806DB-40BE-417C-BD83-3B672F7C1D94}" type="presParOf" srcId="{E450781B-FD83-44B3-A012-56A18617249A}" destId="{E549F5A1-1B9A-4269-BB7E-17719FFCB75D}" srcOrd="6" destOrd="0" presId="urn:microsoft.com/office/officeart/2005/8/layout/vList2"/>
    <dgm:cxn modelId="{238773BD-8B7C-4379-9469-DE82A3BDA91C}" type="presParOf" srcId="{E450781B-FD83-44B3-A012-56A18617249A}" destId="{FD2532BC-ACA2-45F1-B662-2B34C19D8A4B}" srcOrd="7" destOrd="0" presId="urn:microsoft.com/office/officeart/2005/8/layout/vList2"/>
    <dgm:cxn modelId="{F8308792-F7B0-4AB4-927D-13FCB73B166F}" type="presParOf" srcId="{E450781B-FD83-44B3-A012-56A18617249A}" destId="{237C5AE5-1EC0-4519-AE01-C74FFBB625B1}" srcOrd="8" destOrd="0" presId="urn:microsoft.com/office/officeart/2005/8/layout/vList2"/>
    <dgm:cxn modelId="{25A16BFB-3FF8-4AC5-BF30-54BACFF8B565}" type="presParOf" srcId="{E450781B-FD83-44B3-A012-56A18617249A}" destId="{692221A6-EAE2-43FE-ACA2-D80ADD670839}" srcOrd="9" destOrd="0" presId="urn:microsoft.com/office/officeart/2005/8/layout/vList2"/>
    <dgm:cxn modelId="{FE55BEC6-DFF8-4DAC-BC13-93E6BEA716AA}" type="presParOf" srcId="{E450781B-FD83-44B3-A012-56A18617249A}" destId="{2B9E3BB2-F5DF-4524-8801-EA00CC32C8EF}" srcOrd="10" destOrd="0" presId="urn:microsoft.com/office/officeart/2005/8/layout/vList2"/>
    <dgm:cxn modelId="{AAC508AE-6050-44D2-9B35-0579B443EEA0}" type="presParOf" srcId="{E450781B-FD83-44B3-A012-56A18617249A}" destId="{67B5C4B4-107E-4B2F-9BFB-E74B86A91AA1}" srcOrd="11" destOrd="0" presId="urn:microsoft.com/office/officeart/2005/8/layout/vList2"/>
    <dgm:cxn modelId="{DA096D26-E8FA-40E5-A3CC-3D16612CCB91}" type="presParOf" srcId="{E450781B-FD83-44B3-A012-56A18617249A}" destId="{A6C33052-76F9-469E-A996-7CF3A4BECABE}" srcOrd="12" destOrd="0" presId="urn:microsoft.com/office/officeart/2005/8/layout/vList2"/>
    <dgm:cxn modelId="{E5CB05CA-2A99-4A7D-8E47-4E1F5B34B39A}" type="presParOf" srcId="{E450781B-FD83-44B3-A012-56A18617249A}" destId="{48CB45D4-D1CF-42C9-B5A3-B2E6E5FEDF27}" srcOrd="13" destOrd="0" presId="urn:microsoft.com/office/officeart/2005/8/layout/vList2"/>
    <dgm:cxn modelId="{2BA5A59B-5F67-4B64-ACBA-75FE2ED3810D}" type="presParOf" srcId="{E450781B-FD83-44B3-A012-56A18617249A}" destId="{CBBEE446-34BA-4B01-A797-98F01A959F5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6D4B1-E28B-49A2-8ABC-519ED7782D6A}">
      <dsp:nvSpPr>
        <dsp:cNvPr id="0" name=""/>
        <dsp:cNvSpPr/>
      </dsp:nvSpPr>
      <dsp:spPr>
        <a:xfrm>
          <a:off x="1550" y="1466560"/>
          <a:ext cx="1106908" cy="702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1D8955-BBC3-4C16-B903-F3176CE5F6D9}">
      <dsp:nvSpPr>
        <dsp:cNvPr id="0" name=""/>
        <dsp:cNvSpPr/>
      </dsp:nvSpPr>
      <dsp:spPr>
        <a:xfrm>
          <a:off x="124540" y="1583401"/>
          <a:ext cx="1106908" cy="702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Melanie Jarrard</a:t>
          </a:r>
        </a:p>
      </dsp:txBody>
      <dsp:txXfrm>
        <a:off x="145127" y="1603988"/>
        <a:ext cx="1065734" cy="661712"/>
      </dsp:txXfrm>
    </dsp:sp>
    <dsp:sp modelId="{5049DEFA-8F39-4512-ABE0-EF5120E3A39D}">
      <dsp:nvSpPr>
        <dsp:cNvPr id="0" name=""/>
        <dsp:cNvSpPr/>
      </dsp:nvSpPr>
      <dsp:spPr>
        <a:xfrm>
          <a:off x="1354438" y="1466560"/>
          <a:ext cx="1106908" cy="702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583586-8033-4D6C-9C01-87A24DCD5B28}">
      <dsp:nvSpPr>
        <dsp:cNvPr id="0" name=""/>
        <dsp:cNvSpPr/>
      </dsp:nvSpPr>
      <dsp:spPr>
        <a:xfrm>
          <a:off x="1477428" y="1583401"/>
          <a:ext cx="1106908" cy="702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CS 250: Software Development Lifecycle</a:t>
          </a:r>
        </a:p>
      </dsp:txBody>
      <dsp:txXfrm>
        <a:off x="1498015" y="1603988"/>
        <a:ext cx="1065734" cy="661712"/>
      </dsp:txXfrm>
    </dsp:sp>
    <dsp:sp modelId="{C1FD2CD0-9ADB-4DAF-A580-D403A6FE5277}">
      <dsp:nvSpPr>
        <dsp:cNvPr id="0" name=""/>
        <dsp:cNvSpPr/>
      </dsp:nvSpPr>
      <dsp:spPr>
        <a:xfrm>
          <a:off x="2707326" y="1466560"/>
          <a:ext cx="1106908" cy="702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F18D3C-0BB5-4701-BD12-535DC0126D6F}">
      <dsp:nvSpPr>
        <dsp:cNvPr id="0" name=""/>
        <dsp:cNvSpPr/>
      </dsp:nvSpPr>
      <dsp:spPr>
        <a:xfrm>
          <a:off x="2830316" y="1583401"/>
          <a:ext cx="1106908" cy="702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Southern New Hampshire University</a:t>
          </a:r>
        </a:p>
      </dsp:txBody>
      <dsp:txXfrm>
        <a:off x="2850903" y="1603988"/>
        <a:ext cx="1065734" cy="661712"/>
      </dsp:txXfrm>
    </dsp:sp>
    <dsp:sp modelId="{E51E7A75-EEDD-4E3F-ACF4-B9BDEA8B738C}">
      <dsp:nvSpPr>
        <dsp:cNvPr id="0" name=""/>
        <dsp:cNvSpPr/>
      </dsp:nvSpPr>
      <dsp:spPr>
        <a:xfrm>
          <a:off x="4060214" y="1466560"/>
          <a:ext cx="1106908" cy="702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2F4036-F588-4DC7-85DC-24DF1200CFE8}">
      <dsp:nvSpPr>
        <dsp:cNvPr id="0" name=""/>
        <dsp:cNvSpPr/>
      </dsp:nvSpPr>
      <dsp:spPr>
        <a:xfrm>
          <a:off x="4183204" y="1583401"/>
          <a:ext cx="1106908" cy="702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April 19, 2026</a:t>
          </a:r>
        </a:p>
      </dsp:txBody>
      <dsp:txXfrm>
        <a:off x="4203791" y="1603988"/>
        <a:ext cx="1065734" cy="6617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2A301-5A8E-4494-81F8-C3E17E782AE6}">
      <dsp:nvSpPr>
        <dsp:cNvPr id="0" name=""/>
        <dsp:cNvSpPr/>
      </dsp:nvSpPr>
      <dsp:spPr>
        <a:xfrm>
          <a:off x="1757522" y="318782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4895" y="363105"/>
        <a:ext cx="13965" cy="2793"/>
      </dsp:txXfrm>
    </dsp:sp>
    <dsp:sp modelId="{DF2E14CD-7284-4140-AEDC-C3C70A8B339F}">
      <dsp:nvSpPr>
        <dsp:cNvPr id="0" name=""/>
        <dsp:cNvSpPr/>
      </dsp:nvSpPr>
      <dsp:spPr>
        <a:xfrm>
          <a:off x="544927" y="183"/>
          <a:ext cx="1214395" cy="7286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Product Owner</a:t>
          </a:r>
        </a:p>
      </dsp:txBody>
      <dsp:txXfrm>
        <a:off x="544927" y="183"/>
        <a:ext cx="1214395" cy="728637"/>
      </dsp:txXfrm>
    </dsp:sp>
    <dsp:sp modelId="{71E09411-D933-469C-BD03-13B59617DBBF}">
      <dsp:nvSpPr>
        <dsp:cNvPr id="0" name=""/>
        <dsp:cNvSpPr/>
      </dsp:nvSpPr>
      <dsp:spPr>
        <a:xfrm>
          <a:off x="3251229" y="318782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8"/>
              <a:satOff val="3981"/>
              <a:lumOff val="86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8601" y="363105"/>
        <a:ext cx="13965" cy="2793"/>
      </dsp:txXfrm>
    </dsp:sp>
    <dsp:sp modelId="{DCEFF3DC-AC9C-41D6-8AC0-8DCBDF5D1468}">
      <dsp:nvSpPr>
        <dsp:cNvPr id="0" name=""/>
        <dsp:cNvSpPr/>
      </dsp:nvSpPr>
      <dsp:spPr>
        <a:xfrm>
          <a:off x="2038633" y="183"/>
          <a:ext cx="1214395" cy="728637"/>
        </a:xfrm>
        <a:prstGeom prst="rect">
          <a:avLst/>
        </a:prstGeom>
        <a:solidFill>
          <a:schemeClr val="accent5">
            <a:hueOff val="-903080"/>
            <a:satOff val="3619"/>
            <a:lumOff val="78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Prioritizes backlog</a:t>
          </a:r>
        </a:p>
      </dsp:txBody>
      <dsp:txXfrm>
        <a:off x="2038633" y="183"/>
        <a:ext cx="1214395" cy="728637"/>
      </dsp:txXfrm>
    </dsp:sp>
    <dsp:sp modelId="{F8EB54BC-5FC5-4849-9857-01CF18A600D0}">
      <dsp:nvSpPr>
        <dsp:cNvPr id="0" name=""/>
        <dsp:cNvSpPr/>
      </dsp:nvSpPr>
      <dsp:spPr>
        <a:xfrm>
          <a:off x="1152125" y="727020"/>
          <a:ext cx="2987412" cy="248710"/>
        </a:xfrm>
        <a:custGeom>
          <a:avLst/>
          <a:gdLst/>
          <a:ahLst/>
          <a:cxnLst/>
          <a:rect l="0" t="0" r="0" b="0"/>
          <a:pathLst>
            <a:path>
              <a:moveTo>
                <a:pt x="2987412" y="0"/>
              </a:moveTo>
              <a:lnTo>
                <a:pt x="2987412" y="141455"/>
              </a:lnTo>
              <a:lnTo>
                <a:pt x="0" y="141455"/>
              </a:lnTo>
              <a:lnTo>
                <a:pt x="0" y="248710"/>
              </a:lnTo>
            </a:path>
          </a:pathLst>
        </a:custGeom>
        <a:noFill/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0820" y="849979"/>
        <a:ext cx="150022" cy="2793"/>
      </dsp:txXfrm>
    </dsp:sp>
    <dsp:sp modelId="{5C0BA5E1-FA26-4B17-B401-7A6C782DBD7F}">
      <dsp:nvSpPr>
        <dsp:cNvPr id="0" name=""/>
        <dsp:cNvSpPr/>
      </dsp:nvSpPr>
      <dsp:spPr>
        <a:xfrm>
          <a:off x="3532340" y="183"/>
          <a:ext cx="1214395" cy="728637"/>
        </a:xfrm>
        <a:prstGeom prst="rect">
          <a:avLst/>
        </a:prstGeom>
        <a:solidFill>
          <a:schemeClr val="accent5">
            <a:hueOff val="-1806159"/>
            <a:satOff val="7238"/>
            <a:lumOff val="156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Represents customer needs</a:t>
          </a:r>
        </a:p>
      </dsp:txBody>
      <dsp:txXfrm>
        <a:off x="3532340" y="183"/>
        <a:ext cx="1214395" cy="728637"/>
      </dsp:txXfrm>
    </dsp:sp>
    <dsp:sp modelId="{B5DAAD02-DD0A-4D44-B375-F374A1995C5C}">
      <dsp:nvSpPr>
        <dsp:cNvPr id="0" name=""/>
        <dsp:cNvSpPr/>
      </dsp:nvSpPr>
      <dsp:spPr>
        <a:xfrm>
          <a:off x="1757522" y="1326730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2980163"/>
              <a:satOff val="11943"/>
              <a:lumOff val="25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4895" y="1371053"/>
        <a:ext cx="13965" cy="2793"/>
      </dsp:txXfrm>
    </dsp:sp>
    <dsp:sp modelId="{ED6BDB65-7A5A-4682-9966-DD2DE1626723}">
      <dsp:nvSpPr>
        <dsp:cNvPr id="0" name=""/>
        <dsp:cNvSpPr/>
      </dsp:nvSpPr>
      <dsp:spPr>
        <a:xfrm>
          <a:off x="544927" y="1008131"/>
          <a:ext cx="1214395" cy="728637"/>
        </a:xfrm>
        <a:prstGeom prst="rect">
          <a:avLst/>
        </a:prstGeom>
        <a:solidFill>
          <a:schemeClr val="accent5">
            <a:hueOff val="-2709239"/>
            <a:satOff val="10858"/>
            <a:lumOff val="235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Scrum Master</a:t>
          </a:r>
        </a:p>
      </dsp:txBody>
      <dsp:txXfrm>
        <a:off x="544927" y="1008131"/>
        <a:ext cx="1214395" cy="728637"/>
      </dsp:txXfrm>
    </dsp:sp>
    <dsp:sp modelId="{BB223B39-3E58-4E3F-8D94-545E87B7BBA9}">
      <dsp:nvSpPr>
        <dsp:cNvPr id="0" name=""/>
        <dsp:cNvSpPr/>
      </dsp:nvSpPr>
      <dsp:spPr>
        <a:xfrm>
          <a:off x="3251229" y="1326730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8601" y="1371053"/>
        <a:ext cx="13965" cy="2793"/>
      </dsp:txXfrm>
    </dsp:sp>
    <dsp:sp modelId="{3426643C-0860-4C0C-BAE8-37F92BA500BD}">
      <dsp:nvSpPr>
        <dsp:cNvPr id="0" name=""/>
        <dsp:cNvSpPr/>
      </dsp:nvSpPr>
      <dsp:spPr>
        <a:xfrm>
          <a:off x="2038633" y="1008131"/>
          <a:ext cx="1214395" cy="728637"/>
        </a:xfrm>
        <a:prstGeom prst="rect">
          <a:avLst/>
        </a:prstGeom>
        <a:solidFill>
          <a:schemeClr val="accent5">
            <a:hueOff val="-3612319"/>
            <a:satOff val="14477"/>
            <a:lumOff val="313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Removes blockers</a:t>
          </a:r>
        </a:p>
      </dsp:txBody>
      <dsp:txXfrm>
        <a:off x="2038633" y="1008131"/>
        <a:ext cx="1214395" cy="728637"/>
      </dsp:txXfrm>
    </dsp:sp>
    <dsp:sp modelId="{0C61C593-E92A-4B0B-B885-6B9184FEF486}">
      <dsp:nvSpPr>
        <dsp:cNvPr id="0" name=""/>
        <dsp:cNvSpPr/>
      </dsp:nvSpPr>
      <dsp:spPr>
        <a:xfrm>
          <a:off x="1152125" y="1734969"/>
          <a:ext cx="2987412" cy="248710"/>
        </a:xfrm>
        <a:custGeom>
          <a:avLst/>
          <a:gdLst/>
          <a:ahLst/>
          <a:cxnLst/>
          <a:rect l="0" t="0" r="0" b="0"/>
          <a:pathLst>
            <a:path>
              <a:moveTo>
                <a:pt x="2987412" y="0"/>
              </a:moveTo>
              <a:lnTo>
                <a:pt x="2987412" y="141455"/>
              </a:lnTo>
              <a:lnTo>
                <a:pt x="0" y="141455"/>
              </a:lnTo>
              <a:lnTo>
                <a:pt x="0" y="248710"/>
              </a:lnTo>
            </a:path>
          </a:pathLst>
        </a:custGeom>
        <a:noFill/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0820" y="1857927"/>
        <a:ext cx="150022" cy="2793"/>
      </dsp:txXfrm>
    </dsp:sp>
    <dsp:sp modelId="{09EE8952-AD94-41C2-823B-EBA85B1F0C2C}">
      <dsp:nvSpPr>
        <dsp:cNvPr id="0" name=""/>
        <dsp:cNvSpPr/>
      </dsp:nvSpPr>
      <dsp:spPr>
        <a:xfrm>
          <a:off x="3532340" y="1008131"/>
          <a:ext cx="1214395" cy="728637"/>
        </a:xfrm>
        <a:prstGeom prst="rect">
          <a:avLst/>
        </a:prstGeom>
        <a:solidFill>
          <a:schemeClr val="accent5">
            <a:hueOff val="-4515398"/>
            <a:satOff val="18096"/>
            <a:lumOff val="3922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Supports Agile process</a:t>
          </a:r>
        </a:p>
      </dsp:txBody>
      <dsp:txXfrm>
        <a:off x="3532340" y="1008131"/>
        <a:ext cx="1214395" cy="728637"/>
      </dsp:txXfrm>
    </dsp:sp>
    <dsp:sp modelId="{EB54BDD8-6B06-4787-ACAD-916D482C37AE}">
      <dsp:nvSpPr>
        <dsp:cNvPr id="0" name=""/>
        <dsp:cNvSpPr/>
      </dsp:nvSpPr>
      <dsp:spPr>
        <a:xfrm>
          <a:off x="1757522" y="2334678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4895" y="2379002"/>
        <a:ext cx="13965" cy="2793"/>
      </dsp:txXfrm>
    </dsp:sp>
    <dsp:sp modelId="{2FD82041-4A54-4D0F-91CC-1B3733A99DBC}">
      <dsp:nvSpPr>
        <dsp:cNvPr id="0" name=""/>
        <dsp:cNvSpPr/>
      </dsp:nvSpPr>
      <dsp:spPr>
        <a:xfrm>
          <a:off x="544927" y="2016079"/>
          <a:ext cx="1214395" cy="728637"/>
        </a:xfrm>
        <a:prstGeom prst="rect">
          <a:avLst/>
        </a:prstGeom>
        <a:solidFill>
          <a:schemeClr val="accent5">
            <a:hueOff val="-5418478"/>
            <a:satOff val="21715"/>
            <a:lumOff val="470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Developer</a:t>
          </a:r>
        </a:p>
      </dsp:txBody>
      <dsp:txXfrm>
        <a:off x="544927" y="2016079"/>
        <a:ext cx="1214395" cy="728637"/>
      </dsp:txXfrm>
    </dsp:sp>
    <dsp:sp modelId="{F82D2271-0016-4083-A42C-6BBB84BE9C2C}">
      <dsp:nvSpPr>
        <dsp:cNvPr id="0" name=""/>
        <dsp:cNvSpPr/>
      </dsp:nvSpPr>
      <dsp:spPr>
        <a:xfrm>
          <a:off x="3251229" y="2334678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6953714"/>
              <a:satOff val="27868"/>
              <a:lumOff val="604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8601" y="2379002"/>
        <a:ext cx="13965" cy="2793"/>
      </dsp:txXfrm>
    </dsp:sp>
    <dsp:sp modelId="{5749A8BB-93BC-40B6-B208-96A1A19EE1FF}">
      <dsp:nvSpPr>
        <dsp:cNvPr id="0" name=""/>
        <dsp:cNvSpPr/>
      </dsp:nvSpPr>
      <dsp:spPr>
        <a:xfrm>
          <a:off x="2038633" y="2016079"/>
          <a:ext cx="1214395" cy="728637"/>
        </a:xfrm>
        <a:prstGeom prst="rect">
          <a:avLst/>
        </a:prstGeom>
        <a:solidFill>
          <a:schemeClr val="accent5">
            <a:hueOff val="-6321557"/>
            <a:satOff val="25334"/>
            <a:lumOff val="549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Builds features</a:t>
          </a:r>
        </a:p>
      </dsp:txBody>
      <dsp:txXfrm>
        <a:off x="2038633" y="2016079"/>
        <a:ext cx="1214395" cy="728637"/>
      </dsp:txXfrm>
    </dsp:sp>
    <dsp:sp modelId="{D72AFA29-499E-41D0-AF48-390F346FE044}">
      <dsp:nvSpPr>
        <dsp:cNvPr id="0" name=""/>
        <dsp:cNvSpPr/>
      </dsp:nvSpPr>
      <dsp:spPr>
        <a:xfrm>
          <a:off x="1152125" y="2742917"/>
          <a:ext cx="2987412" cy="248710"/>
        </a:xfrm>
        <a:custGeom>
          <a:avLst/>
          <a:gdLst/>
          <a:ahLst/>
          <a:cxnLst/>
          <a:rect l="0" t="0" r="0" b="0"/>
          <a:pathLst>
            <a:path>
              <a:moveTo>
                <a:pt x="2987412" y="0"/>
              </a:moveTo>
              <a:lnTo>
                <a:pt x="2987412" y="141455"/>
              </a:lnTo>
              <a:lnTo>
                <a:pt x="0" y="141455"/>
              </a:lnTo>
              <a:lnTo>
                <a:pt x="0" y="248710"/>
              </a:lnTo>
            </a:path>
          </a:pathLst>
        </a:custGeom>
        <a:noFill/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0820" y="2865876"/>
        <a:ext cx="150022" cy="2793"/>
      </dsp:txXfrm>
    </dsp:sp>
    <dsp:sp modelId="{BF2841F1-DE49-40CE-97FE-64E16B479200}">
      <dsp:nvSpPr>
        <dsp:cNvPr id="0" name=""/>
        <dsp:cNvSpPr/>
      </dsp:nvSpPr>
      <dsp:spPr>
        <a:xfrm>
          <a:off x="3532340" y="2016079"/>
          <a:ext cx="1214395" cy="728637"/>
        </a:xfrm>
        <a:prstGeom prst="rect">
          <a:avLst/>
        </a:prstGeom>
        <a:solidFill>
          <a:schemeClr val="accent5">
            <a:hueOff val="-7224638"/>
            <a:satOff val="28953"/>
            <a:lumOff val="627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Delivers software</a:t>
          </a:r>
        </a:p>
      </dsp:txBody>
      <dsp:txXfrm>
        <a:off x="3532340" y="2016079"/>
        <a:ext cx="1214395" cy="728637"/>
      </dsp:txXfrm>
    </dsp:sp>
    <dsp:sp modelId="{82C2973E-7391-4ADD-9363-ED7CB0ECD394}">
      <dsp:nvSpPr>
        <dsp:cNvPr id="0" name=""/>
        <dsp:cNvSpPr/>
      </dsp:nvSpPr>
      <dsp:spPr>
        <a:xfrm>
          <a:off x="1757522" y="3342626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8940489"/>
              <a:satOff val="35830"/>
              <a:lumOff val="776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4895" y="3386950"/>
        <a:ext cx="13965" cy="2793"/>
      </dsp:txXfrm>
    </dsp:sp>
    <dsp:sp modelId="{A53BAAB9-B09D-4FCE-9D19-C3DA249B5E12}">
      <dsp:nvSpPr>
        <dsp:cNvPr id="0" name=""/>
        <dsp:cNvSpPr/>
      </dsp:nvSpPr>
      <dsp:spPr>
        <a:xfrm>
          <a:off x="544927" y="3024028"/>
          <a:ext cx="1214395" cy="728637"/>
        </a:xfrm>
        <a:prstGeom prst="rect">
          <a:avLst/>
        </a:prstGeom>
        <a:solidFill>
          <a:schemeClr val="accent5">
            <a:hueOff val="-8127717"/>
            <a:satOff val="32573"/>
            <a:lumOff val="705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Tester</a:t>
          </a:r>
        </a:p>
      </dsp:txBody>
      <dsp:txXfrm>
        <a:off x="544927" y="3024028"/>
        <a:ext cx="1214395" cy="728637"/>
      </dsp:txXfrm>
    </dsp:sp>
    <dsp:sp modelId="{18B3B7A8-60F0-4DE4-ABAA-6F170F82C9CF}">
      <dsp:nvSpPr>
        <dsp:cNvPr id="0" name=""/>
        <dsp:cNvSpPr/>
      </dsp:nvSpPr>
      <dsp:spPr>
        <a:xfrm>
          <a:off x="3251229" y="3342626"/>
          <a:ext cx="248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710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8601" y="3386950"/>
        <a:ext cx="13965" cy="2793"/>
      </dsp:txXfrm>
    </dsp:sp>
    <dsp:sp modelId="{1F006918-49BE-47DD-985C-F0D90B1F8A77}">
      <dsp:nvSpPr>
        <dsp:cNvPr id="0" name=""/>
        <dsp:cNvSpPr/>
      </dsp:nvSpPr>
      <dsp:spPr>
        <a:xfrm>
          <a:off x="2038633" y="3024028"/>
          <a:ext cx="1214395" cy="728637"/>
        </a:xfrm>
        <a:prstGeom prst="rect">
          <a:avLst/>
        </a:prstGeom>
        <a:solidFill>
          <a:schemeClr val="accent5">
            <a:hueOff val="-9030797"/>
            <a:satOff val="36192"/>
            <a:lumOff val="784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Validates quality</a:t>
          </a:r>
        </a:p>
      </dsp:txBody>
      <dsp:txXfrm>
        <a:off x="2038633" y="3024028"/>
        <a:ext cx="1214395" cy="728637"/>
      </dsp:txXfrm>
    </dsp:sp>
    <dsp:sp modelId="{F0AE1A7A-3D42-4AA8-85BB-8D1213A6AC4B}">
      <dsp:nvSpPr>
        <dsp:cNvPr id="0" name=""/>
        <dsp:cNvSpPr/>
      </dsp:nvSpPr>
      <dsp:spPr>
        <a:xfrm>
          <a:off x="3532340" y="3024028"/>
          <a:ext cx="1214395" cy="72863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506" tIns="62462" rIns="59506" bIns="624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Confirms requirements</a:t>
          </a:r>
        </a:p>
      </dsp:txBody>
      <dsp:txXfrm>
        <a:off x="3532340" y="3024028"/>
        <a:ext cx="1214395" cy="7286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82DA8-AAC1-4D6F-B586-C93A78DB3CEF}">
      <dsp:nvSpPr>
        <dsp:cNvPr id="0" name=""/>
        <dsp:cNvSpPr/>
      </dsp:nvSpPr>
      <dsp:spPr>
        <a:xfrm>
          <a:off x="512105" y="266"/>
          <a:ext cx="856740" cy="85674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90CE9A-2D3E-498C-83F9-0C145194C200}">
      <dsp:nvSpPr>
        <dsp:cNvPr id="0" name=""/>
        <dsp:cNvSpPr/>
      </dsp:nvSpPr>
      <dsp:spPr>
        <a:xfrm>
          <a:off x="694689" y="182850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59760-5F80-477F-83C8-8F01A58B2DA2}">
      <dsp:nvSpPr>
        <dsp:cNvPr id="0" name=""/>
        <dsp:cNvSpPr/>
      </dsp:nvSpPr>
      <dsp:spPr>
        <a:xfrm>
          <a:off x="238229" y="1123860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Sprint Planning</a:t>
          </a:r>
        </a:p>
      </dsp:txBody>
      <dsp:txXfrm>
        <a:off x="238229" y="1123860"/>
        <a:ext cx="1404492" cy="561796"/>
      </dsp:txXfrm>
    </dsp:sp>
    <dsp:sp modelId="{7508D02D-10E4-4DB6-9AD5-630945905EB3}">
      <dsp:nvSpPr>
        <dsp:cNvPr id="0" name=""/>
        <dsp:cNvSpPr/>
      </dsp:nvSpPr>
      <dsp:spPr>
        <a:xfrm>
          <a:off x="2162383" y="266"/>
          <a:ext cx="856740" cy="85674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9A2A7-55D5-40B5-90EE-AB89AC5A11E4}">
      <dsp:nvSpPr>
        <dsp:cNvPr id="0" name=""/>
        <dsp:cNvSpPr/>
      </dsp:nvSpPr>
      <dsp:spPr>
        <a:xfrm>
          <a:off x="2344967" y="182850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A4C93-1755-4384-BC8B-6C76815C8FDE}">
      <dsp:nvSpPr>
        <dsp:cNvPr id="0" name=""/>
        <dsp:cNvSpPr/>
      </dsp:nvSpPr>
      <dsp:spPr>
        <a:xfrm>
          <a:off x="1888507" y="1123860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Development</a:t>
          </a:r>
        </a:p>
      </dsp:txBody>
      <dsp:txXfrm>
        <a:off x="1888507" y="1123860"/>
        <a:ext cx="1404492" cy="561796"/>
      </dsp:txXfrm>
    </dsp:sp>
    <dsp:sp modelId="{EA9F2962-7452-40A7-B36D-7D616EE4EE4F}">
      <dsp:nvSpPr>
        <dsp:cNvPr id="0" name=""/>
        <dsp:cNvSpPr/>
      </dsp:nvSpPr>
      <dsp:spPr>
        <a:xfrm>
          <a:off x="3812662" y="266"/>
          <a:ext cx="856740" cy="85674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7D311-58D6-46A5-9E75-AD4891BA20DF}">
      <dsp:nvSpPr>
        <dsp:cNvPr id="0" name=""/>
        <dsp:cNvSpPr/>
      </dsp:nvSpPr>
      <dsp:spPr>
        <a:xfrm>
          <a:off x="3995246" y="182850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BAADDA-FDC3-4C68-9CFA-D604A5497C8C}">
      <dsp:nvSpPr>
        <dsp:cNvPr id="0" name=""/>
        <dsp:cNvSpPr/>
      </dsp:nvSpPr>
      <dsp:spPr>
        <a:xfrm>
          <a:off x="3538786" y="1123860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Testing</a:t>
          </a:r>
        </a:p>
      </dsp:txBody>
      <dsp:txXfrm>
        <a:off x="3538786" y="1123860"/>
        <a:ext cx="1404492" cy="561796"/>
      </dsp:txXfrm>
    </dsp:sp>
    <dsp:sp modelId="{88007AFD-40F2-42BD-A19B-9F639FFF5C22}">
      <dsp:nvSpPr>
        <dsp:cNvPr id="0" name=""/>
        <dsp:cNvSpPr/>
      </dsp:nvSpPr>
      <dsp:spPr>
        <a:xfrm>
          <a:off x="1337244" y="2036780"/>
          <a:ext cx="856740" cy="85674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114CE-CFD3-4609-9E7F-A45819E2218A}">
      <dsp:nvSpPr>
        <dsp:cNvPr id="0" name=""/>
        <dsp:cNvSpPr/>
      </dsp:nvSpPr>
      <dsp:spPr>
        <a:xfrm>
          <a:off x="1519828" y="2219364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9FD5F-B323-4350-9238-1C577FF02A87}">
      <dsp:nvSpPr>
        <dsp:cNvPr id="0" name=""/>
        <dsp:cNvSpPr/>
      </dsp:nvSpPr>
      <dsp:spPr>
        <a:xfrm>
          <a:off x="1063368" y="3160374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Sprint Review</a:t>
          </a:r>
        </a:p>
      </dsp:txBody>
      <dsp:txXfrm>
        <a:off x="1063368" y="3160374"/>
        <a:ext cx="1404492" cy="561796"/>
      </dsp:txXfrm>
    </dsp:sp>
    <dsp:sp modelId="{1A285F21-0368-4690-9B7F-202DB2DCE90F}">
      <dsp:nvSpPr>
        <dsp:cNvPr id="0" name=""/>
        <dsp:cNvSpPr/>
      </dsp:nvSpPr>
      <dsp:spPr>
        <a:xfrm>
          <a:off x="2987523" y="2036780"/>
          <a:ext cx="856740" cy="85674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86E77-A8A3-48E9-80F1-D6F8D2B399A8}">
      <dsp:nvSpPr>
        <dsp:cNvPr id="0" name=""/>
        <dsp:cNvSpPr/>
      </dsp:nvSpPr>
      <dsp:spPr>
        <a:xfrm>
          <a:off x="3170107" y="2219364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1B1BD-8828-44D6-83A6-ABCBFF14BFB7}">
      <dsp:nvSpPr>
        <dsp:cNvPr id="0" name=""/>
        <dsp:cNvSpPr/>
      </dsp:nvSpPr>
      <dsp:spPr>
        <a:xfrm>
          <a:off x="2713647" y="3160374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Retrospective</a:t>
          </a:r>
        </a:p>
      </dsp:txBody>
      <dsp:txXfrm>
        <a:off x="2713647" y="3160374"/>
        <a:ext cx="1404492" cy="561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88E7D-239A-467A-8510-A3BB9B867478}">
      <dsp:nvSpPr>
        <dsp:cNvPr id="0" name=""/>
        <dsp:cNvSpPr/>
      </dsp:nvSpPr>
      <dsp:spPr>
        <a:xfrm>
          <a:off x="0" y="69431"/>
          <a:ext cx="5181508" cy="3597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Requirements</a:t>
          </a:r>
        </a:p>
      </dsp:txBody>
      <dsp:txXfrm>
        <a:off x="17563" y="86994"/>
        <a:ext cx="5146382" cy="324648"/>
      </dsp:txXfrm>
    </dsp:sp>
    <dsp:sp modelId="{58A01DDD-506A-4FBC-85EC-BCC34B7EA2A4}">
      <dsp:nvSpPr>
        <dsp:cNvPr id="0" name=""/>
        <dsp:cNvSpPr/>
      </dsp:nvSpPr>
      <dsp:spPr>
        <a:xfrm>
          <a:off x="0" y="472406"/>
          <a:ext cx="5181508" cy="359774"/>
        </a:xfrm>
        <a:prstGeom prst="roundRect">
          <a:avLst/>
        </a:prstGeom>
        <a:solidFill>
          <a:schemeClr val="accent5">
            <a:hueOff val="-1241735"/>
            <a:satOff val="4976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Design</a:t>
          </a:r>
        </a:p>
      </dsp:txBody>
      <dsp:txXfrm>
        <a:off x="17563" y="489969"/>
        <a:ext cx="5146382" cy="324648"/>
      </dsp:txXfrm>
    </dsp:sp>
    <dsp:sp modelId="{D226E57C-09E9-48B0-B90D-3C9D46446302}">
      <dsp:nvSpPr>
        <dsp:cNvPr id="0" name=""/>
        <dsp:cNvSpPr/>
      </dsp:nvSpPr>
      <dsp:spPr>
        <a:xfrm>
          <a:off x="0" y="875381"/>
          <a:ext cx="5181508" cy="359774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Development</a:t>
          </a:r>
        </a:p>
      </dsp:txBody>
      <dsp:txXfrm>
        <a:off x="17563" y="892944"/>
        <a:ext cx="5146382" cy="324648"/>
      </dsp:txXfrm>
    </dsp:sp>
    <dsp:sp modelId="{2EF9330E-188D-45ED-B7B6-E249664D478A}">
      <dsp:nvSpPr>
        <dsp:cNvPr id="0" name=""/>
        <dsp:cNvSpPr/>
      </dsp:nvSpPr>
      <dsp:spPr>
        <a:xfrm>
          <a:off x="0" y="1278356"/>
          <a:ext cx="5181508" cy="359774"/>
        </a:xfrm>
        <a:prstGeom prst="roundRect">
          <a:avLst/>
        </a:prstGeom>
        <a:solidFill>
          <a:schemeClr val="accent5">
            <a:hueOff val="-3725204"/>
            <a:satOff val="14929"/>
            <a:lumOff val="3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Testing</a:t>
          </a:r>
        </a:p>
      </dsp:txBody>
      <dsp:txXfrm>
        <a:off x="17563" y="1295919"/>
        <a:ext cx="5146382" cy="324648"/>
      </dsp:txXfrm>
    </dsp:sp>
    <dsp:sp modelId="{ABDEA30C-9EFD-4411-A0C6-9680D0F8CDE1}">
      <dsp:nvSpPr>
        <dsp:cNvPr id="0" name=""/>
        <dsp:cNvSpPr/>
      </dsp:nvSpPr>
      <dsp:spPr>
        <a:xfrm>
          <a:off x="0" y="1681331"/>
          <a:ext cx="5181508" cy="359774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Deployment</a:t>
          </a:r>
        </a:p>
      </dsp:txBody>
      <dsp:txXfrm>
        <a:off x="17563" y="1698894"/>
        <a:ext cx="5146382" cy="324648"/>
      </dsp:txXfrm>
    </dsp:sp>
    <dsp:sp modelId="{ED08B016-0F0D-4BBA-BC04-FE44861A20CD}">
      <dsp:nvSpPr>
        <dsp:cNvPr id="0" name=""/>
        <dsp:cNvSpPr/>
      </dsp:nvSpPr>
      <dsp:spPr>
        <a:xfrm>
          <a:off x="0" y="2084306"/>
          <a:ext cx="5181508" cy="359774"/>
        </a:xfrm>
        <a:prstGeom prst="roundRect">
          <a:avLst/>
        </a:prstGeom>
        <a:solidFill>
          <a:schemeClr val="accent5">
            <a:hueOff val="-6208672"/>
            <a:satOff val="24882"/>
            <a:lumOff val="5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Challenges:</a:t>
          </a:r>
        </a:p>
      </dsp:txBody>
      <dsp:txXfrm>
        <a:off x="17563" y="2101869"/>
        <a:ext cx="5146382" cy="324648"/>
      </dsp:txXfrm>
    </dsp:sp>
    <dsp:sp modelId="{A98640C3-0B4F-4165-B40D-78681B67C957}">
      <dsp:nvSpPr>
        <dsp:cNvPr id="0" name=""/>
        <dsp:cNvSpPr/>
      </dsp:nvSpPr>
      <dsp:spPr>
        <a:xfrm>
          <a:off x="0" y="2487281"/>
          <a:ext cx="5181508" cy="359774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Difficult to change once started</a:t>
          </a:r>
        </a:p>
      </dsp:txBody>
      <dsp:txXfrm>
        <a:off x="17563" y="2504844"/>
        <a:ext cx="5146382" cy="324648"/>
      </dsp:txXfrm>
    </dsp:sp>
    <dsp:sp modelId="{1E5ADA0A-139C-412A-8B11-F312DD33FFD5}">
      <dsp:nvSpPr>
        <dsp:cNvPr id="0" name=""/>
        <dsp:cNvSpPr/>
      </dsp:nvSpPr>
      <dsp:spPr>
        <a:xfrm>
          <a:off x="0" y="2890256"/>
          <a:ext cx="5181508" cy="359774"/>
        </a:xfrm>
        <a:prstGeom prst="roundRect">
          <a:avLst/>
        </a:prstGeom>
        <a:solidFill>
          <a:schemeClr val="accent5">
            <a:hueOff val="-8692142"/>
            <a:satOff val="34835"/>
            <a:lumOff val="7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Testing happens late</a:t>
          </a:r>
        </a:p>
      </dsp:txBody>
      <dsp:txXfrm>
        <a:off x="17563" y="2907819"/>
        <a:ext cx="5146382" cy="324648"/>
      </dsp:txXfrm>
    </dsp:sp>
    <dsp:sp modelId="{A727D647-C0E2-49C1-849A-12BC4C148937}">
      <dsp:nvSpPr>
        <dsp:cNvPr id="0" name=""/>
        <dsp:cNvSpPr/>
      </dsp:nvSpPr>
      <dsp:spPr>
        <a:xfrm>
          <a:off x="0" y="3293231"/>
          <a:ext cx="5181508" cy="35977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Slower response to new requirements</a:t>
          </a:r>
        </a:p>
      </dsp:txBody>
      <dsp:txXfrm>
        <a:off x="17563" y="3310794"/>
        <a:ext cx="5146382" cy="324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1D815D-A886-4CEA-8003-881A75311D98}">
      <dsp:nvSpPr>
        <dsp:cNvPr id="0" name=""/>
        <dsp:cNvSpPr/>
      </dsp:nvSpPr>
      <dsp:spPr>
        <a:xfrm>
          <a:off x="366841" y="348519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950CD-0F8B-4432-B94D-7DB5A4C78D23}">
      <dsp:nvSpPr>
        <dsp:cNvPr id="0" name=""/>
        <dsp:cNvSpPr/>
      </dsp:nvSpPr>
      <dsp:spPr>
        <a:xfrm>
          <a:off x="2358" y="1168686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Agile:</a:t>
          </a:r>
        </a:p>
      </dsp:txBody>
      <dsp:txXfrm>
        <a:off x="2358" y="1168686"/>
        <a:ext cx="1325390" cy="530156"/>
      </dsp:txXfrm>
    </dsp:sp>
    <dsp:sp modelId="{AF630363-434C-4882-AF12-F6CA51376A54}">
      <dsp:nvSpPr>
        <dsp:cNvPr id="0" name=""/>
        <dsp:cNvSpPr/>
      </dsp:nvSpPr>
      <dsp:spPr>
        <a:xfrm>
          <a:off x="1924175" y="348519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B17C1-2BA8-46B9-A0BF-05DBFF5D93A3}">
      <dsp:nvSpPr>
        <dsp:cNvPr id="0" name=""/>
        <dsp:cNvSpPr/>
      </dsp:nvSpPr>
      <dsp:spPr>
        <a:xfrm>
          <a:off x="1559692" y="1168686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Flexible and iterative</a:t>
          </a:r>
        </a:p>
      </dsp:txBody>
      <dsp:txXfrm>
        <a:off x="1559692" y="1168686"/>
        <a:ext cx="1325390" cy="530156"/>
      </dsp:txXfrm>
    </dsp:sp>
    <dsp:sp modelId="{1610882E-4C11-48A1-ABC7-D0A56A7F4353}">
      <dsp:nvSpPr>
        <dsp:cNvPr id="0" name=""/>
        <dsp:cNvSpPr/>
      </dsp:nvSpPr>
      <dsp:spPr>
        <a:xfrm>
          <a:off x="3481509" y="348519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2C277-CC0F-476F-9A8E-AD592C5C7F5B}">
      <dsp:nvSpPr>
        <dsp:cNvPr id="0" name=""/>
        <dsp:cNvSpPr/>
      </dsp:nvSpPr>
      <dsp:spPr>
        <a:xfrm>
          <a:off x="3117026" y="1168686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Continuous customer feedback</a:t>
          </a:r>
        </a:p>
      </dsp:txBody>
      <dsp:txXfrm>
        <a:off x="3117026" y="1168686"/>
        <a:ext cx="1325390" cy="530156"/>
      </dsp:txXfrm>
    </dsp:sp>
    <dsp:sp modelId="{605C5026-F761-47DE-AB7F-88EE072CD8ED}">
      <dsp:nvSpPr>
        <dsp:cNvPr id="0" name=""/>
        <dsp:cNvSpPr/>
      </dsp:nvSpPr>
      <dsp:spPr>
        <a:xfrm>
          <a:off x="5038843" y="348519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80F6C-8854-4995-ADDC-EE9622F62B56}">
      <dsp:nvSpPr>
        <dsp:cNvPr id="0" name=""/>
        <dsp:cNvSpPr/>
      </dsp:nvSpPr>
      <dsp:spPr>
        <a:xfrm>
          <a:off x="4674360" y="1168686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Early and frequent testing</a:t>
          </a:r>
        </a:p>
      </dsp:txBody>
      <dsp:txXfrm>
        <a:off x="4674360" y="1168686"/>
        <a:ext cx="1325390" cy="530156"/>
      </dsp:txXfrm>
    </dsp:sp>
    <dsp:sp modelId="{EE8E2638-0BEE-4B05-83FC-20F2139D75F1}">
      <dsp:nvSpPr>
        <dsp:cNvPr id="0" name=""/>
        <dsp:cNvSpPr/>
      </dsp:nvSpPr>
      <dsp:spPr>
        <a:xfrm>
          <a:off x="366841" y="203019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DA4AD-9AF4-4005-8630-1499D8BDE8C5}">
      <dsp:nvSpPr>
        <dsp:cNvPr id="0" name=""/>
        <dsp:cNvSpPr/>
      </dsp:nvSpPr>
      <dsp:spPr>
        <a:xfrm>
          <a:off x="2358" y="2850358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Waterfall:</a:t>
          </a:r>
        </a:p>
      </dsp:txBody>
      <dsp:txXfrm>
        <a:off x="2358" y="2850358"/>
        <a:ext cx="1325390" cy="530156"/>
      </dsp:txXfrm>
    </dsp:sp>
    <dsp:sp modelId="{92B2E342-F126-44A3-8FD2-631323EC2B44}">
      <dsp:nvSpPr>
        <dsp:cNvPr id="0" name=""/>
        <dsp:cNvSpPr/>
      </dsp:nvSpPr>
      <dsp:spPr>
        <a:xfrm>
          <a:off x="1924175" y="203019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DEED3-C48E-475B-B502-61EA2AC8D86D}">
      <dsp:nvSpPr>
        <dsp:cNvPr id="0" name=""/>
        <dsp:cNvSpPr/>
      </dsp:nvSpPr>
      <dsp:spPr>
        <a:xfrm>
          <a:off x="1559692" y="2850358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Structured and linear</a:t>
          </a:r>
        </a:p>
      </dsp:txBody>
      <dsp:txXfrm>
        <a:off x="1559692" y="2850358"/>
        <a:ext cx="1325390" cy="530156"/>
      </dsp:txXfrm>
    </dsp:sp>
    <dsp:sp modelId="{9BA5DEAE-A9F3-4291-A1BE-9B854F429A1A}">
      <dsp:nvSpPr>
        <dsp:cNvPr id="0" name=""/>
        <dsp:cNvSpPr/>
      </dsp:nvSpPr>
      <dsp:spPr>
        <a:xfrm>
          <a:off x="3481509" y="203019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E1D67-BEED-4CCA-9491-EDDDD6ED0816}">
      <dsp:nvSpPr>
        <dsp:cNvPr id="0" name=""/>
        <dsp:cNvSpPr/>
      </dsp:nvSpPr>
      <dsp:spPr>
        <a:xfrm>
          <a:off x="3117026" y="2850358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Limited feedback opportunities</a:t>
          </a:r>
        </a:p>
      </dsp:txBody>
      <dsp:txXfrm>
        <a:off x="3117026" y="2850358"/>
        <a:ext cx="1325390" cy="530156"/>
      </dsp:txXfrm>
    </dsp:sp>
    <dsp:sp modelId="{BED0AD28-3020-456F-93E9-F62FD5FC7FD7}">
      <dsp:nvSpPr>
        <dsp:cNvPr id="0" name=""/>
        <dsp:cNvSpPr/>
      </dsp:nvSpPr>
      <dsp:spPr>
        <a:xfrm>
          <a:off x="5038843" y="203019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E9300-171D-4EAF-9DDC-991D98C7F4A7}">
      <dsp:nvSpPr>
        <dsp:cNvPr id="0" name=""/>
        <dsp:cNvSpPr/>
      </dsp:nvSpPr>
      <dsp:spPr>
        <a:xfrm>
          <a:off x="4674360" y="2850358"/>
          <a:ext cx="1325390" cy="53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Testing near the end</a:t>
          </a:r>
        </a:p>
      </dsp:txBody>
      <dsp:txXfrm>
        <a:off x="4674360" y="2850358"/>
        <a:ext cx="1325390" cy="5301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C2004-3C14-4C06-BD9C-F5F272A7B884}">
      <dsp:nvSpPr>
        <dsp:cNvPr id="0" name=""/>
        <dsp:cNvSpPr/>
      </dsp:nvSpPr>
      <dsp:spPr>
        <a:xfrm>
          <a:off x="0" y="72905"/>
          <a:ext cx="5581003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Agile was the best fit for this project because:</a:t>
          </a:r>
        </a:p>
      </dsp:txBody>
      <dsp:txXfrm>
        <a:off x="44664" y="117569"/>
        <a:ext cx="5491675" cy="825612"/>
      </dsp:txXfrm>
    </dsp:sp>
    <dsp:sp modelId="{E2151608-EFC3-45FA-B1B4-87ACDE1AA777}">
      <dsp:nvSpPr>
        <dsp:cNvPr id="0" name=""/>
        <dsp:cNvSpPr/>
      </dsp:nvSpPr>
      <dsp:spPr>
        <a:xfrm>
          <a:off x="0" y="1054085"/>
          <a:ext cx="5581003" cy="914940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Requirements could change</a:t>
          </a:r>
        </a:p>
      </dsp:txBody>
      <dsp:txXfrm>
        <a:off x="44664" y="1098749"/>
        <a:ext cx="5491675" cy="825612"/>
      </dsp:txXfrm>
    </dsp:sp>
    <dsp:sp modelId="{1DD35891-2A30-4A43-827A-CA79C407CC56}">
      <dsp:nvSpPr>
        <dsp:cNvPr id="0" name=""/>
        <dsp:cNvSpPr/>
      </dsp:nvSpPr>
      <dsp:spPr>
        <a:xfrm>
          <a:off x="0" y="2035265"/>
          <a:ext cx="5581003" cy="914940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Feedback improved development</a:t>
          </a:r>
        </a:p>
      </dsp:txBody>
      <dsp:txXfrm>
        <a:off x="44664" y="2079929"/>
        <a:ext cx="5491675" cy="825612"/>
      </dsp:txXfrm>
    </dsp:sp>
    <dsp:sp modelId="{FB6CA0D5-6A3B-458A-B780-281E6F1015E7}">
      <dsp:nvSpPr>
        <dsp:cNvPr id="0" name=""/>
        <dsp:cNvSpPr/>
      </dsp:nvSpPr>
      <dsp:spPr>
        <a:xfrm>
          <a:off x="0" y="3016445"/>
          <a:ext cx="5581003" cy="914940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Team collaboration was essential</a:t>
          </a:r>
        </a:p>
      </dsp:txBody>
      <dsp:txXfrm>
        <a:off x="44664" y="3061109"/>
        <a:ext cx="5491675" cy="825612"/>
      </dsp:txXfrm>
    </dsp:sp>
    <dsp:sp modelId="{D1C9380F-D08A-4C38-9525-8646F9E7D236}">
      <dsp:nvSpPr>
        <dsp:cNvPr id="0" name=""/>
        <dsp:cNvSpPr/>
      </dsp:nvSpPr>
      <dsp:spPr>
        <a:xfrm>
          <a:off x="0" y="3997625"/>
          <a:ext cx="5581003" cy="914940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Progress was delivered in smaller increments</a:t>
          </a:r>
        </a:p>
      </dsp:txBody>
      <dsp:txXfrm>
        <a:off x="44664" y="4042289"/>
        <a:ext cx="5491675" cy="825612"/>
      </dsp:txXfrm>
    </dsp:sp>
    <dsp:sp modelId="{AFF2DD7E-58B4-4CA1-A742-203AFFE3EB5E}">
      <dsp:nvSpPr>
        <dsp:cNvPr id="0" name=""/>
        <dsp:cNvSpPr/>
      </dsp:nvSpPr>
      <dsp:spPr>
        <a:xfrm>
          <a:off x="0" y="4978805"/>
          <a:ext cx="5581003" cy="9149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Waterfall is better for stable projects with fixed requirements</a:t>
          </a:r>
        </a:p>
      </dsp:txBody>
      <dsp:txXfrm>
        <a:off x="44664" y="5023469"/>
        <a:ext cx="5491675" cy="825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3423F-0691-415A-B4FB-767046B44D56}">
      <dsp:nvSpPr>
        <dsp:cNvPr id="0" name=""/>
        <dsp:cNvSpPr/>
      </dsp:nvSpPr>
      <dsp:spPr>
        <a:xfrm>
          <a:off x="0" y="106925"/>
          <a:ext cx="5581003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Atlassian. (2024). Agile project management: A beginner's guide.</a:t>
          </a:r>
        </a:p>
      </dsp:txBody>
      <dsp:txXfrm>
        <a:off x="33012" y="139937"/>
        <a:ext cx="5514979" cy="610236"/>
      </dsp:txXfrm>
    </dsp:sp>
    <dsp:sp modelId="{52D5ADB7-D254-499F-94EE-9D9520753B81}">
      <dsp:nvSpPr>
        <dsp:cNvPr id="0" name=""/>
        <dsp:cNvSpPr/>
      </dsp:nvSpPr>
      <dsp:spPr>
        <a:xfrm>
          <a:off x="0" y="832145"/>
          <a:ext cx="5581003" cy="676260"/>
        </a:xfrm>
        <a:prstGeom prst="round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	https://www.atlassian.com/agile/project-management</a:t>
          </a:r>
        </a:p>
      </dsp:txBody>
      <dsp:txXfrm>
        <a:off x="33012" y="865157"/>
        <a:ext cx="5514979" cy="610236"/>
      </dsp:txXfrm>
    </dsp:sp>
    <dsp:sp modelId="{384E8EC7-183E-40A8-B96C-C74DC4805C6F}">
      <dsp:nvSpPr>
        <dsp:cNvPr id="0" name=""/>
        <dsp:cNvSpPr/>
      </dsp:nvSpPr>
      <dsp:spPr>
        <a:xfrm>
          <a:off x="0" y="1557365"/>
          <a:ext cx="5581003" cy="676260"/>
        </a:xfrm>
        <a:prstGeom prst="round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Digital.ai. (2024). 17th annual State of Agile report.</a:t>
          </a:r>
        </a:p>
      </dsp:txBody>
      <dsp:txXfrm>
        <a:off x="33012" y="1590377"/>
        <a:ext cx="5514979" cy="610236"/>
      </dsp:txXfrm>
    </dsp:sp>
    <dsp:sp modelId="{E549F5A1-1B9A-4269-BB7E-17719FFCB75D}">
      <dsp:nvSpPr>
        <dsp:cNvPr id="0" name=""/>
        <dsp:cNvSpPr/>
      </dsp:nvSpPr>
      <dsp:spPr>
        <a:xfrm>
          <a:off x="0" y="2282585"/>
          <a:ext cx="5581003" cy="676260"/>
        </a:xfrm>
        <a:prstGeom prst="round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	https://digital.ai/resource-center/analyst-reports/state-of-agile-report</a:t>
          </a:r>
        </a:p>
      </dsp:txBody>
      <dsp:txXfrm>
        <a:off x="33012" y="2315597"/>
        <a:ext cx="5514979" cy="610236"/>
      </dsp:txXfrm>
    </dsp:sp>
    <dsp:sp modelId="{237C5AE5-1EC0-4519-AE01-C74FFBB625B1}">
      <dsp:nvSpPr>
        <dsp:cNvPr id="0" name=""/>
        <dsp:cNvSpPr/>
      </dsp:nvSpPr>
      <dsp:spPr>
        <a:xfrm>
          <a:off x="0" y="3007805"/>
          <a:ext cx="5581003" cy="676260"/>
        </a:xfrm>
        <a:prstGeom prst="round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Project Management Institute. (2023). Agile practice guide.</a:t>
          </a:r>
        </a:p>
      </dsp:txBody>
      <dsp:txXfrm>
        <a:off x="33012" y="3040817"/>
        <a:ext cx="5514979" cy="610236"/>
      </dsp:txXfrm>
    </dsp:sp>
    <dsp:sp modelId="{2B9E3BB2-F5DF-4524-8801-EA00CC32C8EF}">
      <dsp:nvSpPr>
        <dsp:cNvPr id="0" name=""/>
        <dsp:cNvSpPr/>
      </dsp:nvSpPr>
      <dsp:spPr>
        <a:xfrm>
          <a:off x="0" y="3733025"/>
          <a:ext cx="5581003" cy="676260"/>
        </a:xfrm>
        <a:prstGeom prst="round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	https://www.pmi.org</a:t>
          </a:r>
        </a:p>
      </dsp:txBody>
      <dsp:txXfrm>
        <a:off x="33012" y="3766037"/>
        <a:ext cx="5514979" cy="610236"/>
      </dsp:txXfrm>
    </dsp:sp>
    <dsp:sp modelId="{A6C33052-76F9-469E-A996-7CF3A4BECABE}">
      <dsp:nvSpPr>
        <dsp:cNvPr id="0" name=""/>
        <dsp:cNvSpPr/>
      </dsp:nvSpPr>
      <dsp:spPr>
        <a:xfrm>
          <a:off x="0" y="4458245"/>
          <a:ext cx="5581003" cy="676260"/>
        </a:xfrm>
        <a:prstGeom prst="round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Schwaber, K., &amp; Sutherland, J. (2020). The Scrum guide.</a:t>
          </a:r>
        </a:p>
      </dsp:txBody>
      <dsp:txXfrm>
        <a:off x="33012" y="4491257"/>
        <a:ext cx="5514979" cy="610236"/>
      </dsp:txXfrm>
    </dsp:sp>
    <dsp:sp modelId="{CBBEE446-34BA-4B01-A797-98F01A959F5F}">
      <dsp:nvSpPr>
        <dsp:cNvPr id="0" name=""/>
        <dsp:cNvSpPr/>
      </dsp:nvSpPr>
      <dsp:spPr>
        <a:xfrm>
          <a:off x="0" y="5183465"/>
          <a:ext cx="5581003" cy="6762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	https://scrumguides.org</a:t>
          </a:r>
        </a:p>
      </dsp:txBody>
      <dsp:txXfrm>
        <a:off x="33012" y="5216477"/>
        <a:ext cx="5514979" cy="610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7733" y="490537"/>
            <a:ext cx="5291663" cy="1628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Scrum-Agile Approach for SNHU Travel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FC1F9-D33D-D83F-E67B-AADE2E7F8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652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1E5DB546-1A42-B51F-62D6-E5F11DE22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461440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52776E2-9B24-C8C0-5F20-411B90071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4" r="18218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2" name="TextBox 1"/>
          <p:cNvSpPr txBox="1"/>
          <p:nvPr/>
        </p:nvSpPr>
        <p:spPr>
          <a:xfrm>
            <a:off x="731521" y="1170431"/>
            <a:ext cx="4875904" cy="513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Scrum Team Roles</a:t>
            </a:r>
          </a:p>
        </p:txBody>
      </p:sp>
      <p:graphicFrame>
        <p:nvGraphicFramePr>
          <p:cNvPr id="12" name="TextBox 2">
            <a:extLst>
              <a:ext uri="{FF2B5EF4-FFF2-40B4-BE49-F238E27FC236}">
                <a16:creationId xmlns:a16="http://schemas.microsoft.com/office/drawing/2014/main" id="{F32323F7-E3E4-23AF-A78E-A050DD59B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5700623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8929" y="557190"/>
            <a:ext cx="5181510" cy="1671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Agile Development Cycle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718538-3E32-B109-6D6F-4321A368B0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72" b="-1"/>
          <a:stretch>
            <a:fillRect/>
          </a:stretch>
        </p:blipFill>
        <p:spPr>
          <a:xfrm>
            <a:off x="6008272" y="10"/>
            <a:ext cx="6002844" cy="6857990"/>
          </a:xfrm>
          <a:prstGeom prst="rect">
            <a:avLst/>
          </a:prstGeom>
          <a:effectLst/>
        </p:spPr>
      </p:pic>
      <p:graphicFrame>
        <p:nvGraphicFramePr>
          <p:cNvPr id="12" name="TextBox 2">
            <a:extLst>
              <a:ext uri="{FF2B5EF4-FFF2-40B4-BE49-F238E27FC236}">
                <a16:creationId xmlns:a16="http://schemas.microsoft.com/office/drawing/2014/main" id="{D6178CA4-B83C-4AA6-2E3A-EFBEC63A85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182829"/>
              </p:ext>
            </p:extLst>
          </p:nvPr>
        </p:nvGraphicFramePr>
        <p:xfrm>
          <a:off x="648930" y="2406650"/>
          <a:ext cx="5181508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15E4FA9-BC0E-378C-2C9E-463DA1BC5BC4}"/>
              </a:ext>
            </a:extLst>
          </p:cNvPr>
          <p:cNvSpPr txBox="1"/>
          <p:nvPr/>
        </p:nvSpPr>
        <p:spPr>
          <a:xfrm>
            <a:off x="6854400" y="1225197"/>
            <a:ext cx="4688670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Benefits:</a:t>
            </a:r>
          </a:p>
          <a:p>
            <a:pPr marL="342900" indent="-3429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000" kern="12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Continuous improvement</a:t>
            </a:r>
          </a:p>
          <a:p>
            <a:pPr marL="342900" indent="-3429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000" kern="12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Faster feedback</a:t>
            </a:r>
          </a:p>
          <a:p>
            <a:pPr marL="342900" indent="-3429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000" kern="12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Adaptability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8929" y="557190"/>
            <a:ext cx="5181510" cy="1671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Waterfall Development Model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EA980D-0B6C-A9F6-70F9-05D6496BC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98" r="30594"/>
          <a:stretch>
            <a:fillRect/>
          </a:stretch>
        </p:blipFill>
        <p:spPr>
          <a:xfrm>
            <a:off x="6189155" y="10"/>
            <a:ext cx="6002844" cy="6857990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D8998CD-741E-DF57-7B74-128652D4A2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9008129"/>
              </p:ext>
            </p:extLst>
          </p:nvPr>
        </p:nvGraphicFramePr>
        <p:xfrm>
          <a:off x="648930" y="2406650"/>
          <a:ext cx="5181508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6679" y="723898"/>
            <a:ext cx="6002110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Agile vs. Waterfall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2E2B81-FFD3-372A-00F1-9F6C47B47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9" r="3018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A91219AC-D4E5-5E6F-7D4C-5FCC5C29B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474056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32CA6A-2533-4944-9534-9A87A2EA6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1521" y="1170431"/>
            <a:ext cx="4875904" cy="513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Best Approach for SNHU Travel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E44FE1-0DFB-4432-B6F1-7BB65304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7C4AD9-61C7-4AB6-AAD1-C303A8BE3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685BF2-60B4-41A0-9B16-61CD8CC78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B9126E-B366-45E7-A556-442F4D162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B6BA6E-8873-4A6F-9AB0-395D23D7D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A44F0AD-06C5-177F-151B-29CCD377D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5994421"/>
              </p:ext>
            </p:extLst>
          </p:nvPr>
        </p:nvGraphicFramePr>
        <p:xfrm>
          <a:off x="6361049" y="210312"/>
          <a:ext cx="5581003" cy="596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32CA6A-2533-4944-9534-9A87A2EA6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1521" y="1170431"/>
            <a:ext cx="4875904" cy="513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E44FE1-0DFB-4432-B6F1-7BB65304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7C4AD9-61C7-4AB6-AAD1-C303A8BE3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685BF2-60B4-41A0-9B16-61CD8CC78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B9126E-B366-45E7-A556-442F4D162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B6BA6E-8873-4A6F-9AB0-395D23D7D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E285B44-B91C-E49A-4CF7-988945766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022869"/>
              </p:ext>
            </p:extLst>
          </p:nvPr>
        </p:nvGraphicFramePr>
        <p:xfrm>
          <a:off x="6361049" y="210312"/>
          <a:ext cx="5581003" cy="596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286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Melanie Jarrard</dc:creator>
  <cp:keywords/>
  <dc:description>generated using python-pptx</dc:description>
  <cp:lastModifiedBy>Melanie Jarrard</cp:lastModifiedBy>
  <cp:revision>2</cp:revision>
  <dcterms:created xsi:type="dcterms:W3CDTF">2013-01-27T09:14:16Z</dcterms:created>
  <dcterms:modified xsi:type="dcterms:W3CDTF">2026-04-19T21:59:52Z</dcterms:modified>
  <cp:category/>
</cp:coreProperties>
</file>